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59" r:id="rId13"/>
    <p:sldId id="260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395" autoAdjust="0"/>
  </p:normalViewPr>
  <p:slideViewPr>
    <p:cSldViewPr snapToGrid="0" snapToObjects="1">
      <p:cViewPr varScale="1">
        <p:scale>
          <a:sx n="96" d="100"/>
          <a:sy n="96" d="100"/>
        </p:scale>
        <p:origin x="294" y="78"/>
      </p:cViewPr>
      <p:guideLst/>
    </p:cSldViewPr>
  </p:slideViewPr>
  <p:outlineViewPr>
    <p:cViewPr>
      <p:scale>
        <a:sx n="33" d="100"/>
        <a:sy n="33" d="100"/>
      </p:scale>
      <p:origin x="0" y="-522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bg2">
              <a:lumMod val="90000"/>
              <a:alpha val="50000"/>
            </a:schemeClr>
          </a:solidFill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solidFill>
            <a:schemeClr val="bg2">
              <a:lumMod val="90000"/>
              <a:alpha val="50000"/>
            </a:schemeClr>
          </a:solidFill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25/11/2019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3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25/11/2019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581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solidFill>
            <a:schemeClr val="bg2">
              <a:lumMod val="90000"/>
              <a:alpha val="50000"/>
            </a:schemeClr>
          </a:solidFill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solidFill>
            <a:schemeClr val="bg2">
              <a:lumMod val="90000"/>
              <a:alpha val="50000"/>
            </a:schemeClr>
          </a:solidFill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25/11/2019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542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68378" y="1825625"/>
            <a:ext cx="4768998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5392" y="1825625"/>
            <a:ext cx="4788408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25/11/2019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559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2388" y="365125"/>
            <a:ext cx="96830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2388" y="1690688"/>
            <a:ext cx="475381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81036" y="2505075"/>
            <a:ext cx="4745163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65900" y="1681163"/>
            <a:ext cx="47894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65900" y="2505075"/>
            <a:ext cx="47894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25/11/2019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2879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25/11/2019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507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25/11/2019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1521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71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6900" y="987425"/>
            <a:ext cx="567848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271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25/11/2019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8213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867400" y="987425"/>
            <a:ext cx="5487988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28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25/11/2019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415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25/11/2019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055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2388" y="365125"/>
            <a:ext cx="6900112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6A7B-546F-5F4D-A1F1-0A713E88579D}" type="datetimeFigureOut">
              <a:rPr lang="en-GB" smtClean="0"/>
              <a:t>25/11/2019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7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68378" y="365125"/>
            <a:ext cx="968542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8378" y="1825625"/>
            <a:ext cx="968542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238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D6A7B-546F-5F4D-A1F1-0A713E88579D}" type="datetimeFigureOut">
              <a:rPr lang="en-GB" smtClean="0"/>
              <a:t>25/11/2019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71046" y="6356350"/>
            <a:ext cx="30840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545CD-9D7C-4345-9197-2B5816346B9D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6"/>
          <a:stretch/>
        </p:blipFill>
        <p:spPr>
          <a:xfrm>
            <a:off x="0" y="0"/>
            <a:ext cx="1363579" cy="6858000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1363579" y="0"/>
            <a:ext cx="0" cy="685800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1397107" y="-3048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8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ccess.redhat.com/documentation/en-us/red_hat_enterprise_linux/5/html/deployment_guide/s1-nfs-server-config-export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solidFill>
            <a:schemeClr val="bg1">
              <a:lumMod val="75000"/>
              <a:alpha val="50000"/>
            </a:schemeClr>
          </a:solidFill>
        </p:spPr>
        <p:txBody>
          <a:bodyPr/>
          <a:lstStyle/>
          <a:p>
            <a:r>
              <a:rPr lang="en-GB" dirty="0" smtClean="0"/>
              <a:t>Network File Sharing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solidFill>
            <a:schemeClr val="bg1">
              <a:lumMod val="75000"/>
              <a:alpha val="50000"/>
            </a:schemeClr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4644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Two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The Unix Way</a:t>
            </a:r>
          </a:p>
          <a:p>
            <a:pPr lvl="1"/>
            <a:r>
              <a:rPr lang="en-GB" dirty="0" smtClean="0"/>
              <a:t>Network File System</a:t>
            </a:r>
            <a:r>
              <a:rPr lang="en-GB" baseline="0" dirty="0" smtClean="0"/>
              <a:t> (NFS)</a:t>
            </a:r>
            <a:endParaRPr lang="en-GB" dirty="0" smtClean="0"/>
          </a:p>
          <a:p>
            <a:r>
              <a:rPr lang="en-GB" dirty="0" smtClean="0"/>
              <a:t>The Windows Way</a:t>
            </a:r>
          </a:p>
          <a:p>
            <a:pPr lvl="1"/>
            <a:r>
              <a:rPr lang="en-GB" dirty="0" smtClean="0"/>
              <a:t>Server Message Block (SMB) protocol</a:t>
            </a:r>
          </a:p>
        </p:txBody>
      </p:sp>
    </p:spTree>
    <p:extLst>
      <p:ext uri="{BB962C8B-B14F-4D97-AF65-F5344CB8AC3E}">
        <p14:creationId xmlns:p14="http://schemas.microsoft.com/office/powerpoint/2010/main" val="3656392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NFS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85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Core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Any Linux</a:t>
            </a:r>
            <a:r>
              <a:rPr lang="en-GB" baseline="0" dirty="0" smtClean="0"/>
              <a:t> system can act as an NFS Client or NFS Server</a:t>
            </a:r>
          </a:p>
          <a:p>
            <a:r>
              <a:rPr lang="en-GB" baseline="0" dirty="0" smtClean="0"/>
              <a:t>A file system (or folder) can be shared</a:t>
            </a:r>
          </a:p>
          <a:p>
            <a:r>
              <a:rPr lang="en-GB" dirty="0" smtClean="0"/>
              <a:t>Once shared, a file system can be mounted in much the same way as a disk partition</a:t>
            </a:r>
          </a:p>
          <a:p>
            <a:r>
              <a:rPr lang="en-GB" dirty="0" smtClean="0"/>
              <a:t>Important </a:t>
            </a:r>
            <a:r>
              <a:rPr lang="en-GB" dirty="0" err="1" smtClean="0"/>
              <a:t>config</a:t>
            </a:r>
            <a:r>
              <a:rPr lang="en-GB" dirty="0" smtClean="0"/>
              <a:t> files</a:t>
            </a:r>
          </a:p>
          <a:p>
            <a:pPr lvl="1"/>
            <a:r>
              <a:rPr lang="en-GB" baseline="0" dirty="0" smtClean="0"/>
              <a:t>/</a:t>
            </a:r>
            <a:r>
              <a:rPr lang="en-GB" baseline="0" dirty="0" err="1" smtClean="0"/>
              <a:t>etc</a:t>
            </a:r>
            <a:r>
              <a:rPr lang="en-GB" baseline="0" dirty="0" smtClean="0"/>
              <a:t>/exports</a:t>
            </a:r>
          </a:p>
          <a:p>
            <a:pPr lvl="1"/>
            <a:r>
              <a:rPr lang="en-GB" dirty="0" smtClean="0"/>
              <a:t>/</a:t>
            </a:r>
            <a:r>
              <a:rPr lang="en-GB" dirty="0" err="1" smtClean="0"/>
              <a:t>etc</a:t>
            </a:r>
            <a:r>
              <a:rPr lang="en-GB" dirty="0" smtClean="0"/>
              <a:t>/</a:t>
            </a:r>
            <a:r>
              <a:rPr lang="en-GB" dirty="0" err="1" smtClean="0"/>
              <a:t>fstab</a:t>
            </a:r>
            <a:endParaRPr lang="en-GB" baseline="0" dirty="0" smtClean="0"/>
          </a:p>
        </p:txBody>
      </p:sp>
    </p:spTree>
    <p:extLst>
      <p:ext uri="{BB962C8B-B14F-4D97-AF65-F5344CB8AC3E}">
        <p14:creationId xmlns:p14="http://schemas.microsoft.com/office/powerpoint/2010/main" val="3379242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Exporting File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/</a:t>
            </a:r>
            <a:r>
              <a:rPr lang="en-GB" dirty="0" err="1" smtClean="0"/>
              <a:t>etc</a:t>
            </a:r>
            <a:r>
              <a:rPr lang="en-GB" dirty="0" smtClean="0"/>
              <a:t>/exports is a text file</a:t>
            </a:r>
          </a:p>
          <a:p>
            <a:r>
              <a:rPr lang="en-GB" dirty="0" smtClean="0"/>
              <a:t>General format is</a:t>
            </a:r>
            <a:br>
              <a:rPr lang="en-GB" dirty="0" smtClean="0"/>
            </a:br>
            <a:r>
              <a:rPr lang="en-GB" dirty="0" smtClean="0"/>
              <a:t>directory &lt;host&gt;&lt;options&gt; &lt;host2&gt;&lt;options&gt;</a:t>
            </a:r>
          </a:p>
          <a:p>
            <a:r>
              <a:rPr lang="en-GB" dirty="0" err="1" smtClean="0"/>
              <a:t>eg</a:t>
            </a:r>
            <a:r>
              <a:rPr lang="en-GB" dirty="0" smtClean="0"/>
              <a:t>.</a:t>
            </a:r>
          </a:p>
          <a:p>
            <a:pPr marL="0" indent="0">
              <a:buNone/>
            </a:pPr>
            <a:r>
              <a:rPr lang="en-GB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/home/folder </a:t>
            </a:r>
            <a:r>
              <a:rPr lang="en-GB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bob.network.local</a:t>
            </a:r>
            <a:r>
              <a:rPr lang="en-GB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GB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dirty="0" smtClean="0">
                <a:cs typeface="Courier New" panose="02070309020205020404" pitchFamily="49" charset="0"/>
              </a:rPr>
              <a:t>Shares /home/folder only to the host </a:t>
            </a:r>
            <a:r>
              <a:rPr lang="en-GB" dirty="0" err="1" smtClean="0">
                <a:cs typeface="Courier New" panose="02070309020205020404" pitchFamily="49" charset="0"/>
              </a:rPr>
              <a:t>bob.network.local</a:t>
            </a:r>
            <a:r>
              <a:rPr lang="en-GB" dirty="0" smtClean="0">
                <a:cs typeface="Courier New" panose="02070309020205020404" pitchFamily="49" charset="0"/>
              </a:rPr>
              <a:t> with read and write permission</a:t>
            </a:r>
          </a:p>
          <a:p>
            <a:pPr marL="0" indent="0">
              <a:buNone/>
            </a:pPr>
            <a:r>
              <a:rPr lang="en-GB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/home/test</a:t>
            </a:r>
          </a:p>
          <a:p>
            <a:r>
              <a:rPr lang="en-GB" dirty="0" smtClean="0">
                <a:cs typeface="Courier New" panose="02070309020205020404" pitchFamily="49" charset="0"/>
              </a:rPr>
              <a:t>Without any other options, shared to any host but read-only</a:t>
            </a:r>
          </a:p>
        </p:txBody>
      </p:sp>
    </p:spTree>
    <p:extLst>
      <p:ext uri="{BB962C8B-B14F-4D97-AF65-F5344CB8AC3E}">
        <p14:creationId xmlns:p14="http://schemas.microsoft.com/office/powerpoint/2010/main" val="1419122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/</a:t>
            </a:r>
            <a:r>
              <a:rPr lang="en-GB" dirty="0" err="1" smtClean="0"/>
              <a:t>etc</a:t>
            </a:r>
            <a:r>
              <a:rPr lang="en-GB" dirty="0" smtClean="0"/>
              <a:t>/exports continued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GB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/example 192.168.209.0/24(</a:t>
            </a:r>
            <a:r>
              <a:rPr lang="en-GB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GB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192.168.99.0/24(</a:t>
            </a:r>
            <a:r>
              <a:rPr lang="en-GB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GB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dirty="0" smtClean="0"/>
              <a:t>Using CIDR notation and IP addresses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GB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/example *.bolton.ac.uk(</a:t>
            </a:r>
            <a:r>
              <a:rPr lang="en-GB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GB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dirty="0" smtClean="0"/>
              <a:t>Matches adam.bolton.ac.uk but not adam.crt.bolton.ac.uk</a:t>
            </a:r>
          </a:p>
          <a:p>
            <a:r>
              <a:rPr lang="en-GB" dirty="0" smtClean="0">
                <a:hlinkClick r:id="rId2"/>
              </a:rPr>
              <a:t>More information on /</a:t>
            </a:r>
            <a:r>
              <a:rPr lang="en-GB" dirty="0" err="1" smtClean="0">
                <a:hlinkClick r:id="rId2"/>
              </a:rPr>
              <a:t>etc</a:t>
            </a:r>
            <a:r>
              <a:rPr lang="en-GB" dirty="0" smtClean="0">
                <a:hlinkClick r:id="rId2"/>
              </a:rPr>
              <a:t>/exports available on </a:t>
            </a:r>
            <a:r>
              <a:rPr lang="en-GB" dirty="0" err="1" smtClean="0">
                <a:hlinkClick r:id="rId2"/>
              </a:rPr>
              <a:t>RedHat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384996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Sharing 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Anything in /</a:t>
            </a:r>
            <a:r>
              <a:rPr lang="en-GB" dirty="0" err="1" smtClean="0"/>
              <a:t>etc</a:t>
            </a:r>
            <a:r>
              <a:rPr lang="en-GB" dirty="0" smtClean="0"/>
              <a:t>/exports is shared</a:t>
            </a:r>
            <a:r>
              <a:rPr lang="en-GB" baseline="0" dirty="0" smtClean="0"/>
              <a:t> when the server boots</a:t>
            </a:r>
          </a:p>
          <a:p>
            <a:r>
              <a:rPr lang="en-GB" baseline="0" dirty="0" smtClean="0"/>
              <a:t>If you change the file to export something you need to re-export the file systems</a:t>
            </a:r>
          </a:p>
          <a:p>
            <a:r>
              <a:rPr lang="en-GB" baseline="0" dirty="0" smtClean="0"/>
              <a:t>Use the </a:t>
            </a:r>
            <a:r>
              <a:rPr lang="en-GB" baseline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exportfs</a:t>
            </a:r>
            <a:r>
              <a:rPr lang="en-GB" baseline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-a</a:t>
            </a:r>
            <a:r>
              <a:rPr lang="en-GB" baseline="0" dirty="0" smtClean="0"/>
              <a:t> command to export all file systems</a:t>
            </a:r>
          </a:p>
        </p:txBody>
      </p:sp>
    </p:spTree>
    <p:extLst>
      <p:ext uri="{BB962C8B-B14F-4D97-AF65-F5344CB8AC3E}">
        <p14:creationId xmlns:p14="http://schemas.microsoft.com/office/powerpoint/2010/main" val="1020935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Mounting</a:t>
            </a:r>
            <a:r>
              <a:rPr lang="en-GB" baseline="0" dirty="0" smtClean="0"/>
              <a:t> NFS Shares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You</a:t>
            </a:r>
            <a:r>
              <a:rPr lang="en-GB" baseline="0" dirty="0" smtClean="0"/>
              <a:t> first need to create a mount point in your file system</a:t>
            </a:r>
          </a:p>
          <a:p>
            <a:pPr lvl="1"/>
            <a:r>
              <a:rPr lang="en-GB" dirty="0" smtClean="0"/>
              <a:t>This is usually an empty directory</a:t>
            </a:r>
          </a:p>
          <a:p>
            <a:pPr lvl="1"/>
            <a:r>
              <a:rPr lang="en-GB" dirty="0" smtClean="0"/>
              <a:t>Possible</a:t>
            </a:r>
            <a:r>
              <a:rPr lang="en-GB" baseline="0" dirty="0" smtClean="0"/>
              <a:t> to mount on top of non-empty directory but the original contents are then hidden and not available</a:t>
            </a:r>
          </a:p>
          <a:p>
            <a:pPr lvl="0"/>
            <a:r>
              <a:rPr lang="en-GB" dirty="0" smtClean="0"/>
              <a:t>Can then mount the file system</a:t>
            </a:r>
          </a:p>
          <a:p>
            <a:pPr lvl="1"/>
            <a:r>
              <a:rPr lang="en-GB" dirty="0" smtClean="0"/>
              <a:t>Automatically at boot time by adding entry in /</a:t>
            </a:r>
            <a:r>
              <a:rPr lang="en-GB" dirty="0" err="1" smtClean="0"/>
              <a:t>etc</a:t>
            </a:r>
            <a:r>
              <a:rPr lang="en-GB" dirty="0" smtClean="0"/>
              <a:t>/</a:t>
            </a:r>
            <a:r>
              <a:rPr lang="en-GB" dirty="0" err="1" smtClean="0"/>
              <a:t>fstab</a:t>
            </a:r>
            <a:endParaRPr lang="en-GB" dirty="0" smtClean="0"/>
          </a:p>
          <a:p>
            <a:pPr lvl="1"/>
            <a:r>
              <a:rPr lang="en-GB" dirty="0" smtClean="0"/>
              <a:t>Manually using the mount command</a:t>
            </a:r>
          </a:p>
          <a:p>
            <a:pPr lvl="1"/>
            <a:r>
              <a:rPr lang="en-GB" dirty="0" smtClean="0"/>
              <a:t>Mounting on demand using </a:t>
            </a:r>
            <a:r>
              <a:rPr lang="en-GB" dirty="0" err="1" smtClean="0"/>
              <a:t>automounting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415469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NFS Security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Files can be mounted with a choice of security options</a:t>
            </a:r>
          </a:p>
          <a:p>
            <a:r>
              <a:rPr lang="en-GB" dirty="0" smtClean="0"/>
              <a:t>none: gives anonymous access, writes if allowed used as </a:t>
            </a:r>
            <a:r>
              <a:rPr lang="en-GB" dirty="0" err="1" smtClean="0"/>
              <a:t>nfsnobody</a:t>
            </a:r>
            <a:endParaRPr lang="en-GB" dirty="0" smtClean="0"/>
          </a:p>
          <a:p>
            <a:r>
              <a:rPr lang="en-GB" dirty="0" smtClean="0"/>
              <a:t>sys: is the default, users use their own UID and GID</a:t>
            </a:r>
          </a:p>
          <a:p>
            <a:pPr lvl="1"/>
            <a:r>
              <a:rPr lang="en-GB" dirty="0" smtClean="0"/>
              <a:t>necessary for a user to have same UID on both systems</a:t>
            </a:r>
          </a:p>
          <a:p>
            <a:r>
              <a:rPr lang="en-GB" dirty="0" smtClean="0"/>
              <a:t>krb5, krb5i, krb5p: various Kerberos options for additional security</a:t>
            </a:r>
          </a:p>
        </p:txBody>
      </p:sp>
    </p:spTree>
    <p:extLst>
      <p:ext uri="{BB962C8B-B14F-4D97-AF65-F5344CB8AC3E}">
        <p14:creationId xmlns:p14="http://schemas.microsoft.com/office/powerpoint/2010/main" val="1734631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Mounting shares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On the command line</a:t>
            </a:r>
          </a:p>
          <a:p>
            <a:pPr marL="0" indent="0">
              <a:buNone/>
            </a:pPr>
            <a:r>
              <a:rPr lang="en-GB" dirty="0" smtClean="0"/>
              <a:t>mount -t </a:t>
            </a:r>
            <a:r>
              <a:rPr lang="en-GB" dirty="0" err="1" smtClean="0"/>
              <a:t>nfs</a:t>
            </a:r>
            <a:r>
              <a:rPr lang="en-GB" dirty="0" smtClean="0"/>
              <a:t> -o sync server:/share /</a:t>
            </a:r>
            <a:r>
              <a:rPr lang="en-GB" dirty="0" err="1" smtClean="0"/>
              <a:t>mountpoint</a:t>
            </a:r>
            <a:endParaRPr lang="en-GB" dirty="0" smtClean="0"/>
          </a:p>
          <a:p>
            <a:r>
              <a:rPr lang="en-GB" dirty="0" smtClean="0"/>
              <a:t>In the /</a:t>
            </a:r>
            <a:r>
              <a:rPr lang="en-GB" dirty="0" err="1" smtClean="0"/>
              <a:t>etc</a:t>
            </a:r>
            <a:r>
              <a:rPr lang="en-GB" dirty="0" smtClean="0"/>
              <a:t>/</a:t>
            </a:r>
            <a:r>
              <a:rPr lang="en-GB" dirty="0" err="1" smtClean="0"/>
              <a:t>fstab</a:t>
            </a:r>
            <a:r>
              <a:rPr lang="en-GB" dirty="0" smtClean="0"/>
              <a:t> file</a:t>
            </a:r>
          </a:p>
          <a:p>
            <a:pPr marL="0" indent="0">
              <a:buNone/>
            </a:pPr>
            <a:r>
              <a:rPr lang="en-GB" dirty="0" smtClean="0"/>
              <a:t>server:/share /</a:t>
            </a:r>
            <a:r>
              <a:rPr lang="en-GB" dirty="0" err="1" smtClean="0"/>
              <a:t>mountpoint</a:t>
            </a:r>
            <a:r>
              <a:rPr lang="en-GB" dirty="0" smtClean="0"/>
              <a:t>    </a:t>
            </a:r>
            <a:r>
              <a:rPr lang="en-GB" dirty="0" err="1" smtClean="0"/>
              <a:t>nfs</a:t>
            </a:r>
            <a:r>
              <a:rPr lang="en-GB" dirty="0" smtClean="0"/>
              <a:t>    sync    0 0</a:t>
            </a:r>
          </a:p>
          <a:p>
            <a:r>
              <a:rPr lang="en-GB" dirty="0" smtClean="0"/>
              <a:t>In either case, server is either the hostname or the </a:t>
            </a:r>
            <a:r>
              <a:rPr lang="en-GB" dirty="0" err="1" smtClean="0"/>
              <a:t>ip</a:t>
            </a:r>
            <a:r>
              <a:rPr lang="en-GB" dirty="0" smtClean="0"/>
              <a:t> address of the system exporting the </a:t>
            </a:r>
            <a:r>
              <a:rPr lang="en-GB" dirty="0" err="1" smtClean="0"/>
              <a:t>nfs</a:t>
            </a:r>
            <a:r>
              <a:rPr lang="en-GB" dirty="0" smtClean="0"/>
              <a:t> share</a:t>
            </a:r>
          </a:p>
        </p:txBody>
      </p:sp>
    </p:spTree>
    <p:extLst>
      <p:ext uri="{BB962C8B-B14F-4D97-AF65-F5344CB8AC3E}">
        <p14:creationId xmlns:p14="http://schemas.microsoft.com/office/powerpoint/2010/main" val="3813747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Automount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Mechanism for mounting file systems on demand and unmounting when no longer needed</a:t>
            </a:r>
          </a:p>
          <a:p>
            <a:r>
              <a:rPr lang="en-GB" dirty="0" smtClean="0"/>
              <a:t>Often used for mounting users'</a:t>
            </a:r>
            <a:r>
              <a:rPr lang="en-GB" baseline="0" dirty="0" smtClean="0"/>
              <a:t> home directories when they login</a:t>
            </a:r>
          </a:p>
          <a:p>
            <a:r>
              <a:rPr lang="en-GB" baseline="0" dirty="0" smtClean="0"/>
              <a:t>Needs </a:t>
            </a:r>
            <a:r>
              <a:rPr lang="en-GB" baseline="0" dirty="0" err="1" smtClean="0"/>
              <a:t>autofs</a:t>
            </a:r>
            <a:r>
              <a:rPr lang="en-GB" baseline="0" dirty="0" smtClean="0"/>
              <a:t> package installing</a:t>
            </a:r>
          </a:p>
          <a:p>
            <a:r>
              <a:rPr lang="en-GB" dirty="0" smtClean="0"/>
              <a:t>Configured by adding configuration files in /</a:t>
            </a:r>
            <a:r>
              <a:rPr lang="en-GB" dirty="0" err="1" smtClean="0"/>
              <a:t>etc</a:t>
            </a:r>
            <a:r>
              <a:rPr lang="en-GB" dirty="0" smtClean="0"/>
              <a:t>/</a:t>
            </a:r>
            <a:r>
              <a:rPr lang="en-GB" dirty="0" err="1" smtClean="0"/>
              <a:t>auto.master.d</a:t>
            </a:r>
            <a:endParaRPr lang="en-GB" dirty="0" smtClean="0"/>
          </a:p>
          <a:p>
            <a:r>
              <a:rPr lang="en-GB" baseline="0" dirty="0" smtClean="0"/>
              <a:t>Further</a:t>
            </a:r>
            <a:r>
              <a:rPr lang="en-GB" dirty="0" smtClean="0"/>
              <a:t> information in </a:t>
            </a:r>
            <a:r>
              <a:rPr lang="en-GB" dirty="0" err="1" smtClean="0"/>
              <a:t>RedHat</a:t>
            </a:r>
            <a:r>
              <a:rPr lang="en-GB" dirty="0" smtClean="0"/>
              <a:t> chapter 11</a:t>
            </a:r>
            <a:endParaRPr lang="en-GB" baseline="0" dirty="0" smtClean="0"/>
          </a:p>
        </p:txBody>
      </p:sp>
    </p:spTree>
    <p:extLst>
      <p:ext uri="{BB962C8B-B14F-4D97-AF65-F5344CB8AC3E}">
        <p14:creationId xmlns:p14="http://schemas.microsoft.com/office/powerpoint/2010/main" val="4049133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SMB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8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Server Message Block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Windows protocol used for sharing files and printers over a network</a:t>
            </a:r>
          </a:p>
          <a:p>
            <a:r>
              <a:rPr lang="en-GB" dirty="0" smtClean="0"/>
              <a:t>Dates back to Windows for workgroups in the mid 1990s with rudimentary access control</a:t>
            </a:r>
          </a:p>
          <a:p>
            <a:r>
              <a:rPr lang="en-GB" dirty="0" smtClean="0"/>
              <a:t>Extensively modified since with much tighter access control in NTFS based systems</a:t>
            </a:r>
          </a:p>
          <a:p>
            <a:r>
              <a:rPr lang="en-GB" dirty="0" smtClean="0"/>
              <a:t>Broadly similar idea to NFS - file systems are shared and then accessed remotely</a:t>
            </a:r>
          </a:p>
        </p:txBody>
      </p:sp>
    </p:spTree>
    <p:extLst>
      <p:ext uri="{BB962C8B-B14F-4D97-AF65-F5344CB8AC3E}">
        <p14:creationId xmlns:p14="http://schemas.microsoft.com/office/powerpoint/2010/main" val="329606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Mounting shares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err="1" smtClean="0"/>
              <a:t>smbclient</a:t>
            </a:r>
            <a:r>
              <a:rPr lang="en-GB" dirty="0" smtClean="0"/>
              <a:t> -L //</a:t>
            </a:r>
            <a:r>
              <a:rPr lang="en-GB" dirty="0" err="1" smtClean="0"/>
              <a:t>windowserver</a:t>
            </a:r>
            <a:endParaRPr lang="en-GB" dirty="0" smtClean="0"/>
          </a:p>
          <a:p>
            <a:r>
              <a:rPr lang="en-GB" dirty="0" smtClean="0"/>
              <a:t>Will list all available shares on the named server</a:t>
            </a:r>
          </a:p>
          <a:p>
            <a:pPr lvl="1"/>
            <a:r>
              <a:rPr lang="en-GB" dirty="0" smtClean="0"/>
              <a:t>Where windows paths typically use \\server, </a:t>
            </a:r>
            <a:r>
              <a:rPr lang="en-GB" dirty="0" err="1" smtClean="0"/>
              <a:t>linux</a:t>
            </a:r>
            <a:r>
              <a:rPr lang="en-GB" dirty="0" smtClean="0"/>
              <a:t> uses //server</a:t>
            </a:r>
          </a:p>
          <a:p>
            <a:r>
              <a:rPr lang="en-GB" dirty="0" smtClean="0"/>
              <a:t>Can manually mount using the mount command:</a:t>
            </a:r>
          </a:p>
          <a:p>
            <a:pPr marL="0" indent="0">
              <a:buNone/>
            </a:pPr>
            <a:r>
              <a:rPr lang="en-GB" dirty="0" smtClean="0"/>
              <a:t>mount -t </a:t>
            </a:r>
            <a:r>
              <a:rPr lang="en-GB" dirty="0" err="1" smtClean="0"/>
              <a:t>cifs</a:t>
            </a:r>
            <a:r>
              <a:rPr lang="en-GB" dirty="0" smtClean="0"/>
              <a:t> -o guest //server/share /</a:t>
            </a:r>
            <a:r>
              <a:rPr lang="en-GB" dirty="0" err="1" smtClean="0"/>
              <a:t>mountpoint</a:t>
            </a:r>
            <a:endParaRPr lang="en-GB" dirty="0" smtClean="0"/>
          </a:p>
          <a:p>
            <a:r>
              <a:rPr lang="en-GB" dirty="0" smtClean="0"/>
              <a:t>Or in /</a:t>
            </a:r>
            <a:r>
              <a:rPr lang="en-GB" dirty="0" err="1" smtClean="0"/>
              <a:t>etc</a:t>
            </a:r>
            <a:r>
              <a:rPr lang="en-GB" dirty="0" smtClean="0"/>
              <a:t>/</a:t>
            </a:r>
            <a:r>
              <a:rPr lang="en-GB" dirty="0" err="1" smtClean="0"/>
              <a:t>fstab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//server/share   /</a:t>
            </a:r>
            <a:r>
              <a:rPr lang="en-GB" dirty="0" err="1" smtClean="0"/>
              <a:t>mountpoint</a:t>
            </a:r>
            <a:r>
              <a:rPr lang="en-GB" dirty="0" smtClean="0"/>
              <a:t>    </a:t>
            </a:r>
            <a:r>
              <a:rPr lang="en-GB" dirty="0" err="1" smtClean="0"/>
              <a:t>cifs</a:t>
            </a:r>
            <a:r>
              <a:rPr lang="en-GB" dirty="0" smtClean="0"/>
              <a:t>    guest   0  0</a:t>
            </a:r>
          </a:p>
        </p:txBody>
      </p:sp>
    </p:spTree>
    <p:extLst>
      <p:ext uri="{BB962C8B-B14F-4D97-AF65-F5344CB8AC3E}">
        <p14:creationId xmlns:p14="http://schemas.microsoft.com/office/powerpoint/2010/main" val="2425051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Authentication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Can offer non-guest users</a:t>
            </a:r>
          </a:p>
          <a:p>
            <a:pPr marL="0" indent="0">
              <a:buNone/>
            </a:pPr>
            <a:r>
              <a:rPr lang="en-GB" dirty="0" smtClean="0"/>
              <a:t>mount -t </a:t>
            </a:r>
            <a:r>
              <a:rPr lang="en-GB" dirty="0" err="1" smtClean="0"/>
              <a:t>cifs</a:t>
            </a:r>
            <a:r>
              <a:rPr lang="en-GB" dirty="0" smtClean="0"/>
              <a:t> -o username=Watson //server/share /</a:t>
            </a:r>
            <a:r>
              <a:rPr lang="en-GB" dirty="0" err="1" smtClean="0"/>
              <a:t>mountpoint</a:t>
            </a:r>
            <a:endParaRPr lang="en-GB" dirty="0" smtClean="0"/>
          </a:p>
          <a:p>
            <a:pPr marL="0" indent="0">
              <a:buNone/>
            </a:pPr>
            <a:r>
              <a:rPr lang="en-GB" dirty="0"/>
              <a:t>mount -t </a:t>
            </a:r>
            <a:r>
              <a:rPr lang="en-GB" dirty="0" err="1"/>
              <a:t>cifs</a:t>
            </a:r>
            <a:r>
              <a:rPr lang="en-GB" dirty="0"/>
              <a:t> -o </a:t>
            </a:r>
            <a:r>
              <a:rPr lang="en-GB" dirty="0" smtClean="0"/>
              <a:t>credentials=/secure/</a:t>
            </a:r>
            <a:r>
              <a:rPr lang="en-GB" dirty="0" err="1" smtClean="0"/>
              <a:t>watson</a:t>
            </a:r>
            <a:r>
              <a:rPr lang="en-GB" dirty="0" smtClean="0"/>
              <a:t> </a:t>
            </a:r>
            <a:r>
              <a:rPr lang="en-GB" dirty="0"/>
              <a:t>//server/share /</a:t>
            </a:r>
            <a:r>
              <a:rPr lang="en-GB" dirty="0" err="1" smtClean="0"/>
              <a:t>mountpoint</a:t>
            </a:r>
            <a:endParaRPr lang="en-GB" dirty="0" smtClean="0"/>
          </a:p>
          <a:p>
            <a:r>
              <a:rPr lang="en-GB" dirty="0" smtClean="0"/>
              <a:t>With the second version /secure/</a:t>
            </a:r>
            <a:r>
              <a:rPr lang="en-GB" dirty="0" err="1" smtClean="0"/>
              <a:t>watson</a:t>
            </a:r>
            <a:r>
              <a:rPr lang="en-GB" dirty="0" smtClean="0"/>
              <a:t> would contain</a:t>
            </a:r>
          </a:p>
          <a:p>
            <a:pPr marL="0" indent="0">
              <a:buNone/>
            </a:pPr>
            <a:r>
              <a:rPr lang="en-GB" dirty="0" smtClean="0"/>
              <a:t>username=</a:t>
            </a:r>
            <a:r>
              <a:rPr lang="en-GB" i="1" dirty="0" smtClean="0"/>
              <a:t>username</a:t>
            </a:r>
            <a:br>
              <a:rPr lang="en-GB" i="1" dirty="0" smtClean="0"/>
            </a:br>
            <a:r>
              <a:rPr lang="en-GB" dirty="0" smtClean="0"/>
              <a:t>password=</a:t>
            </a:r>
            <a:r>
              <a:rPr lang="en-GB" i="1" dirty="0" smtClean="0"/>
              <a:t>password</a:t>
            </a:r>
            <a:r>
              <a:rPr lang="en-GB" i="1" dirty="0"/>
              <a:t/>
            </a:r>
            <a:br>
              <a:rPr lang="en-GB" i="1" dirty="0"/>
            </a:br>
            <a:r>
              <a:rPr lang="en-GB" dirty="0" smtClean="0"/>
              <a:t>domain=</a:t>
            </a:r>
            <a:r>
              <a:rPr lang="en-GB" i="1" dirty="0" smtClean="0"/>
              <a:t>domain</a:t>
            </a:r>
            <a:endParaRPr lang="en-GB" i="1" dirty="0"/>
          </a:p>
          <a:p>
            <a:pPr marL="0" indent="0">
              <a:buNone/>
            </a:pPr>
            <a:r>
              <a:rPr lang="en-GB" dirty="0" smtClean="0"/>
              <a:t>The credentials would have 600 permission to keep out prying eyes</a:t>
            </a:r>
          </a:p>
        </p:txBody>
      </p:sp>
    </p:spTree>
    <p:extLst>
      <p:ext uri="{BB962C8B-B14F-4D97-AF65-F5344CB8AC3E}">
        <p14:creationId xmlns:p14="http://schemas.microsoft.com/office/powerpoint/2010/main" val="1209743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SMB</a:t>
            </a:r>
            <a:r>
              <a:rPr lang="en-GB" baseline="0" dirty="0" smtClean="0"/>
              <a:t> Further information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Can have more extensive integration than mentioned here</a:t>
            </a:r>
          </a:p>
          <a:p>
            <a:r>
              <a:rPr lang="en-GB" dirty="0" smtClean="0"/>
              <a:t>Beyond the scope of this course</a:t>
            </a:r>
          </a:p>
          <a:p>
            <a:r>
              <a:rPr lang="en-GB" dirty="0" smtClean="0"/>
              <a:t>Can mount using the </a:t>
            </a:r>
            <a:r>
              <a:rPr lang="en-GB" dirty="0" err="1" smtClean="0"/>
              <a:t>automounter</a:t>
            </a:r>
            <a:r>
              <a:rPr lang="en-GB" dirty="0" smtClean="0"/>
              <a:t> too</a:t>
            </a:r>
          </a:p>
          <a:p>
            <a:r>
              <a:rPr lang="en-GB" dirty="0" smtClean="0"/>
              <a:t>Linux can act as an SMB server sharing files with Windows clients using the </a:t>
            </a:r>
            <a:r>
              <a:rPr lang="en-GB" smtClean="0"/>
              <a:t>samba </a:t>
            </a:r>
            <a:r>
              <a:rPr lang="en-GB" smtClean="0"/>
              <a:t>package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733911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hat is a computer.potx" id="{EFE39436-7349-4F84-949C-1929EB6EE555}" vid="{4B6F9558-BD72-4CC2-B587-33A2EBA7D4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cns</Template>
  <TotalTime>111</TotalTime>
  <Words>568</Words>
  <Application>Microsoft Office PowerPoint</Application>
  <PresentationFormat>Widescreen</PresentationFormat>
  <Paragraphs>85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Office Theme</vt:lpstr>
      <vt:lpstr>Network File Sharing</vt:lpstr>
      <vt:lpstr>Two methods</vt:lpstr>
      <vt:lpstr>NFS</vt:lpstr>
      <vt:lpstr>Core concepts</vt:lpstr>
      <vt:lpstr>Exporting File Systems</vt:lpstr>
      <vt:lpstr>/etc/exports continued</vt:lpstr>
      <vt:lpstr>Sharing files</vt:lpstr>
      <vt:lpstr>Mounting NFS Shares</vt:lpstr>
      <vt:lpstr>NFS Security</vt:lpstr>
      <vt:lpstr>Mounting shares</vt:lpstr>
      <vt:lpstr>Automount</vt:lpstr>
      <vt:lpstr>SMB</vt:lpstr>
      <vt:lpstr>Server Message Block</vt:lpstr>
      <vt:lpstr>Mounting shares</vt:lpstr>
      <vt:lpstr>Authentication</vt:lpstr>
      <vt:lpstr>SMB Further information</vt:lpstr>
    </vt:vector>
  </TitlesOfParts>
  <Company>University of Bolton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File Sharing</dc:title>
  <dc:creator>Isherwood, Adam</dc:creator>
  <cp:lastModifiedBy>Isherwood, Adam</cp:lastModifiedBy>
  <cp:revision>11</cp:revision>
  <dcterms:created xsi:type="dcterms:W3CDTF">2018-11-19T14:17:40Z</dcterms:created>
  <dcterms:modified xsi:type="dcterms:W3CDTF">2019-11-25T13:20:00Z</dcterms:modified>
</cp:coreProperties>
</file>