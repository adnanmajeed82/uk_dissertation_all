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2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7AB5D-1892-47F5-A52C-447990E4F8BA}" v="29" dt="2020-01-06T20:41:17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 snapToObjects="1">
      <p:cViewPr varScale="1">
        <p:scale>
          <a:sx n="75" d="100"/>
          <a:sy n="75" d="100"/>
        </p:scale>
        <p:origin x="77" y="288"/>
      </p:cViewPr>
      <p:guideLst/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Isherwood" userId="d1fb8923-cedd-4536-a6b9-326af2c6f6b2" providerId="ADAL" clId="{B97C499D-38CC-4631-88D7-97BD6C039E44}"/>
    <pc:docChg chg="delSld modSld">
      <pc:chgData name="Adam Isherwood" userId="d1fb8923-cedd-4536-a6b9-326af2c6f6b2" providerId="ADAL" clId="{B97C499D-38CC-4631-88D7-97BD6C039E44}" dt="2020-01-06T20:41:17.798" v="28" actId="20577"/>
      <pc:docMkLst>
        <pc:docMk/>
      </pc:docMkLst>
      <pc:sldChg chg="del">
        <pc:chgData name="Adam Isherwood" userId="d1fb8923-cedd-4536-a6b9-326af2c6f6b2" providerId="ADAL" clId="{B97C499D-38CC-4631-88D7-97BD6C039E44}" dt="2020-01-06T20:39:53.204" v="0" actId="2696"/>
        <pc:sldMkLst>
          <pc:docMk/>
          <pc:sldMk cId="1515378153" sldId="257"/>
        </pc:sldMkLst>
      </pc:sldChg>
      <pc:sldChg chg="del">
        <pc:chgData name="Adam Isherwood" userId="d1fb8923-cedd-4536-a6b9-326af2c6f6b2" providerId="ADAL" clId="{B97C499D-38CC-4631-88D7-97BD6C039E44}" dt="2020-01-06T20:40:01.142" v="2" actId="2696"/>
        <pc:sldMkLst>
          <pc:docMk/>
          <pc:sldMk cId="2593155943" sldId="259"/>
        </pc:sldMkLst>
      </pc:sldChg>
      <pc:sldChg chg="del">
        <pc:chgData name="Adam Isherwood" userId="d1fb8923-cedd-4536-a6b9-326af2c6f6b2" providerId="ADAL" clId="{B97C499D-38CC-4631-88D7-97BD6C039E44}" dt="2020-01-06T20:40:05.429" v="3" actId="2696"/>
        <pc:sldMkLst>
          <pc:docMk/>
          <pc:sldMk cId="4017884325" sldId="260"/>
        </pc:sldMkLst>
      </pc:sldChg>
      <pc:sldChg chg="modSp">
        <pc:chgData name="Adam Isherwood" userId="d1fb8923-cedd-4536-a6b9-326af2c6f6b2" providerId="ADAL" clId="{B97C499D-38CC-4631-88D7-97BD6C039E44}" dt="2020-01-06T20:40:27.382" v="9" actId="20577"/>
        <pc:sldMkLst>
          <pc:docMk/>
          <pc:sldMk cId="2478470599" sldId="262"/>
        </pc:sldMkLst>
        <pc:spChg chg="mod">
          <ac:chgData name="Adam Isherwood" userId="d1fb8923-cedd-4536-a6b9-326af2c6f6b2" providerId="ADAL" clId="{B97C499D-38CC-4631-88D7-97BD6C039E44}" dt="2020-01-06T20:40:27.382" v="9" actId="20577"/>
          <ac:spMkLst>
            <pc:docMk/>
            <pc:sldMk cId="2478470599" sldId="262"/>
            <ac:spMk id="3" creationId="{00000000-0000-0000-0000-000000000000}"/>
          </ac:spMkLst>
        </pc:spChg>
      </pc:sldChg>
      <pc:sldChg chg="modSp">
        <pc:chgData name="Adam Isherwood" userId="d1fb8923-cedd-4536-a6b9-326af2c6f6b2" providerId="ADAL" clId="{B97C499D-38CC-4631-88D7-97BD6C039E44}" dt="2020-01-06T20:41:17.798" v="28" actId="20577"/>
        <pc:sldMkLst>
          <pc:docMk/>
          <pc:sldMk cId="3642529745" sldId="263"/>
        </pc:sldMkLst>
        <pc:spChg chg="mod">
          <ac:chgData name="Adam Isherwood" userId="d1fb8923-cedd-4536-a6b9-326af2c6f6b2" providerId="ADAL" clId="{B97C499D-38CC-4631-88D7-97BD6C039E44}" dt="2020-01-06T20:41:17.798" v="28" actId="20577"/>
          <ac:spMkLst>
            <pc:docMk/>
            <pc:sldMk cId="3642529745" sldId="263"/>
            <ac:spMk id="3" creationId="{00000000-0000-0000-0000-000000000000}"/>
          </ac:spMkLst>
        </pc:spChg>
      </pc:sldChg>
      <pc:sldChg chg="del">
        <pc:chgData name="Adam Isherwood" userId="d1fb8923-cedd-4536-a6b9-326af2c6f6b2" providerId="ADAL" clId="{B97C499D-38CC-4631-88D7-97BD6C039E44}" dt="2020-01-06T20:39:57.256" v="1" actId="2696"/>
        <pc:sldMkLst>
          <pc:docMk/>
          <pc:sldMk cId="1297394245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92865-3F62-4CAB-84E2-7944A3D1D78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8E572-1E07-4CD6-AEBC-C0B9B5118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5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28E572-1E07-4CD6-AEBC-C0B9B51187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9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3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8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8378" y="1825625"/>
            <a:ext cx="476899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5392" y="1825625"/>
            <a:ext cx="478840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5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388" y="365125"/>
            <a:ext cx="9683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2388" y="1690688"/>
            <a:ext cx="4753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1036" y="2505075"/>
            <a:ext cx="4745163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5900" y="1681163"/>
            <a:ext cx="47894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5900" y="2505075"/>
            <a:ext cx="47894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87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0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2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1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6900" y="987425"/>
            <a:ext cx="567848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71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2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7400" y="987425"/>
            <a:ext cx="548798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8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41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5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2388" y="365125"/>
            <a:ext cx="690011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68378" y="365125"/>
            <a:ext cx="96854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8378" y="1825625"/>
            <a:ext cx="968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238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6A7B-546F-5F4D-A1F1-0A713E88579D}" type="datetimeFigureOut">
              <a:rPr lang="en-GB" smtClean="0"/>
              <a:t>06/01/2020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1046" y="6356350"/>
            <a:ext cx="30840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6"/>
          <a:stretch/>
        </p:blipFill>
        <p:spPr>
          <a:xfrm>
            <a:off x="0" y="0"/>
            <a:ext cx="1363579" cy="68580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363579" y="0"/>
            <a:ext cx="0" cy="6858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397107" y="-3048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8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FED4-BB7D-4176-B24B-BDB1227B7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Windows</a:t>
            </a:r>
            <a:r>
              <a:rPr lang="en-GB" baseline="0" dirty="0"/>
              <a:t> Server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3CDA8-FABC-4E7B-BB83-EAAC4EC9E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238524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Server Versions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3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Major</a:t>
            </a:r>
            <a:r>
              <a:rPr lang="en-GB" baseline="0" dirty="0"/>
              <a:t>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Windows</a:t>
            </a:r>
            <a:r>
              <a:rPr lang="en-GB" baseline="0" dirty="0"/>
              <a:t> Server 2019 </a:t>
            </a:r>
            <a:r>
              <a:rPr lang="en-GB" baseline="0" dirty="0" err="1"/>
              <a:t>Datacenter</a:t>
            </a:r>
            <a:endParaRPr lang="en-GB" baseline="0" dirty="0"/>
          </a:p>
          <a:p>
            <a:pPr lvl="1"/>
            <a:r>
              <a:rPr lang="en-GB" dirty="0"/>
              <a:t>Full functionality, unlimited virtual instances</a:t>
            </a:r>
          </a:p>
          <a:p>
            <a:pPr lvl="0"/>
            <a:r>
              <a:rPr lang="en-GB" dirty="0"/>
              <a:t>Windows</a:t>
            </a:r>
            <a:r>
              <a:rPr lang="en-GB" baseline="0" dirty="0"/>
              <a:t> Server 2019 Standard</a:t>
            </a:r>
          </a:p>
          <a:p>
            <a:pPr lvl="1"/>
            <a:r>
              <a:rPr lang="en-GB" dirty="0"/>
              <a:t>For physical or limited virtual environments</a:t>
            </a:r>
          </a:p>
          <a:p>
            <a:pPr lvl="1"/>
            <a:r>
              <a:rPr lang="en-GB" dirty="0"/>
              <a:t>All features, limited</a:t>
            </a:r>
            <a:r>
              <a:rPr lang="en-GB" baseline="0" dirty="0"/>
              <a:t> to 2 VM instances</a:t>
            </a:r>
          </a:p>
          <a:p>
            <a:pPr lvl="0"/>
            <a:r>
              <a:rPr lang="en-GB" dirty="0"/>
              <a:t>Windows Server 2019 Essentials</a:t>
            </a:r>
          </a:p>
          <a:p>
            <a:pPr lvl="1"/>
            <a:r>
              <a:rPr lang="en-GB" dirty="0"/>
              <a:t>Intended for small business 25 users and</a:t>
            </a:r>
            <a:r>
              <a:rPr lang="en-GB" baseline="0" dirty="0"/>
              <a:t> 50 devices</a:t>
            </a:r>
          </a:p>
          <a:p>
            <a:pPr lvl="1"/>
            <a:r>
              <a:rPr lang="en-GB" baseline="0" dirty="0"/>
              <a:t>No support for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247847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Specialised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Windows Hyper-V Server</a:t>
            </a:r>
          </a:p>
          <a:p>
            <a:pPr lvl="1"/>
            <a:r>
              <a:rPr lang="en-GB" dirty="0"/>
              <a:t>Bare-metal Hypervisor </a:t>
            </a:r>
          </a:p>
          <a:p>
            <a:r>
              <a:rPr lang="en-GB" dirty="0"/>
              <a:t>Windows Storage Server </a:t>
            </a:r>
          </a:p>
          <a:p>
            <a:pPr lvl="1"/>
            <a:r>
              <a:rPr lang="en-GB" dirty="0"/>
              <a:t>Not available to buy</a:t>
            </a:r>
          </a:p>
          <a:p>
            <a:pPr lvl="1"/>
            <a:r>
              <a:rPr lang="en-GB" dirty="0"/>
              <a:t>Integrated with some storage hardware solutions</a:t>
            </a:r>
          </a:p>
          <a:p>
            <a:r>
              <a:rPr lang="en-GB" dirty="0"/>
              <a:t>Windows Multipoint Premium Server</a:t>
            </a:r>
          </a:p>
          <a:p>
            <a:pPr lvl="1"/>
            <a:r>
              <a:rPr lang="en-GB" dirty="0"/>
              <a:t>Allows multiple users to login and share a single system</a:t>
            </a:r>
          </a:p>
        </p:txBody>
      </p:sp>
    </p:spTree>
    <p:extLst>
      <p:ext uri="{BB962C8B-B14F-4D97-AF65-F5344CB8AC3E}">
        <p14:creationId xmlns:p14="http://schemas.microsoft.com/office/powerpoint/2010/main" val="364252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a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Cost is an issue!</a:t>
            </a:r>
          </a:p>
          <a:p>
            <a:r>
              <a:rPr lang="en-GB" dirty="0"/>
              <a:t>Windows Server licences based on</a:t>
            </a:r>
          </a:p>
          <a:p>
            <a:pPr lvl="1"/>
            <a:r>
              <a:rPr lang="en-GB" dirty="0"/>
              <a:t>Core licences - for CPU cores on your server</a:t>
            </a:r>
          </a:p>
          <a:p>
            <a:pPr lvl="1"/>
            <a:r>
              <a:rPr lang="en-GB" dirty="0"/>
              <a:t>Client Access Licences (CALs) required for users and devices that connect to the server.</a:t>
            </a:r>
          </a:p>
          <a:p>
            <a:r>
              <a:rPr lang="en-GB" dirty="0"/>
              <a:t>Various schemes available for licences</a:t>
            </a:r>
          </a:p>
          <a:p>
            <a:r>
              <a:rPr lang="en-GB" dirty="0"/>
              <a:t>See Windows Server 2016 Licensing Guide on Moodle for more information </a:t>
            </a:r>
          </a:p>
        </p:txBody>
      </p:sp>
    </p:spTree>
    <p:extLst>
      <p:ext uri="{BB962C8B-B14F-4D97-AF65-F5344CB8AC3E}">
        <p14:creationId xmlns:p14="http://schemas.microsoft.com/office/powerpoint/2010/main" val="1930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</a:t>
            </a:r>
            <a:r>
              <a:rPr lang="en-GB" baseline="0" dirty="0"/>
              <a:t>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</a:t>
            </a:r>
          </a:p>
          <a:p>
            <a:pPr lvl="1"/>
            <a:r>
              <a:rPr lang="en-GB" dirty="0"/>
              <a:t>GUI-based Interface</a:t>
            </a:r>
          </a:p>
          <a:p>
            <a:pPr lvl="1"/>
            <a:r>
              <a:rPr lang="en-GB" dirty="0"/>
              <a:t>Uses Microsoft Management Console for administration</a:t>
            </a:r>
          </a:p>
          <a:p>
            <a:r>
              <a:rPr lang="en-GB" dirty="0"/>
              <a:t>Core</a:t>
            </a:r>
          </a:p>
          <a:p>
            <a:pPr lvl="1"/>
            <a:r>
              <a:rPr lang="en-GB" dirty="0"/>
              <a:t>Uses a text-based system to control the server</a:t>
            </a:r>
          </a:p>
          <a:p>
            <a:pPr lvl="1"/>
            <a:r>
              <a:rPr lang="en-GB" dirty="0"/>
              <a:t>Command-line tools for all aspects of admin</a:t>
            </a:r>
          </a:p>
          <a:p>
            <a:r>
              <a:rPr lang="en-GB" dirty="0"/>
              <a:t>Nano</a:t>
            </a:r>
          </a:p>
          <a:p>
            <a:pPr lvl="1"/>
            <a:r>
              <a:rPr lang="en-GB" dirty="0"/>
              <a:t>Similar to core</a:t>
            </a:r>
          </a:p>
          <a:p>
            <a:pPr lvl="1"/>
            <a:r>
              <a:rPr lang="en-GB" dirty="0"/>
              <a:t>No local login, has to be managed from another server</a:t>
            </a:r>
          </a:p>
        </p:txBody>
      </p:sp>
    </p:spTree>
    <p:extLst>
      <p:ext uri="{BB962C8B-B14F-4D97-AF65-F5344CB8AC3E}">
        <p14:creationId xmlns:p14="http://schemas.microsoft.com/office/powerpoint/2010/main" val="22986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without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Increasingly Microsoft are moving away from GUI on the server</a:t>
            </a:r>
          </a:p>
          <a:p>
            <a:r>
              <a:rPr lang="en-GB" dirty="0"/>
              <a:t>Windows 2019 uses Core as its default platform rather than standard</a:t>
            </a:r>
          </a:p>
          <a:p>
            <a:r>
              <a:rPr lang="en-GB" dirty="0"/>
              <a:t>Programming language called </a:t>
            </a:r>
            <a:r>
              <a:rPr lang="en-GB" dirty="0" err="1"/>
              <a:t>Powershell</a:t>
            </a:r>
            <a:r>
              <a:rPr lang="en-GB" dirty="0"/>
              <a:t> used to interact with server (analogous to Bash)</a:t>
            </a:r>
          </a:p>
          <a:p>
            <a:r>
              <a:rPr lang="en-GB" dirty="0"/>
              <a:t>Why might this be the case?</a:t>
            </a:r>
          </a:p>
        </p:txBody>
      </p:sp>
    </p:spTree>
    <p:extLst>
      <p:ext uri="{BB962C8B-B14F-4D97-AF65-F5344CB8AC3E}">
        <p14:creationId xmlns:p14="http://schemas.microsoft.com/office/powerpoint/2010/main" val="242697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it for?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2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Roles and Features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Can opt from a menu of supported features for Windows Server</a:t>
            </a:r>
          </a:p>
          <a:p>
            <a:r>
              <a:rPr lang="en-GB" dirty="0"/>
              <a:t>Some should sensibly sit on separate machines, others can be combined</a:t>
            </a:r>
          </a:p>
          <a:p>
            <a:r>
              <a:rPr lang="en-GB" dirty="0"/>
              <a:t>Quite an extensive list!</a:t>
            </a:r>
          </a:p>
          <a:p>
            <a:r>
              <a:rPr lang="en-GB" dirty="0"/>
              <a:t>Too many</a:t>
            </a:r>
            <a:r>
              <a:rPr lang="en-GB" baseline="0" dirty="0"/>
              <a:t> to list all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7490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Active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Active Directory Certificate Services</a:t>
            </a:r>
          </a:p>
          <a:p>
            <a:pPr lvl="1"/>
            <a:r>
              <a:rPr lang="en-GB" dirty="0"/>
              <a:t>Support for Public Key Infrastructure and certificates</a:t>
            </a:r>
          </a:p>
          <a:p>
            <a:r>
              <a:rPr lang="en-GB" dirty="0"/>
              <a:t>Active Directory Domain Services</a:t>
            </a:r>
          </a:p>
          <a:p>
            <a:pPr lvl="1"/>
            <a:r>
              <a:rPr lang="en-GB" dirty="0"/>
              <a:t>Centralised management of users, computers and some applications such as MS Exchange</a:t>
            </a:r>
          </a:p>
          <a:p>
            <a:r>
              <a:rPr lang="en-GB" dirty="0"/>
              <a:t>Active Directory Federation Services</a:t>
            </a:r>
          </a:p>
          <a:p>
            <a:pPr lvl="1"/>
            <a:r>
              <a:rPr lang="en-GB" dirty="0"/>
              <a:t>Extends AD to internet-based clients and non-Windows systems</a:t>
            </a:r>
          </a:p>
          <a:p>
            <a:r>
              <a:rPr lang="en-GB" dirty="0"/>
              <a:t>Active Directory Lightweight Directory Services</a:t>
            </a:r>
          </a:p>
          <a:p>
            <a:pPr lvl="1"/>
            <a:r>
              <a:rPr lang="en-GB" dirty="0"/>
              <a:t>LDAP support without full AD</a:t>
            </a:r>
          </a:p>
          <a:p>
            <a:r>
              <a:rPr lang="en-GB" dirty="0"/>
              <a:t>Active Directory Rights Management Services</a:t>
            </a:r>
          </a:p>
        </p:txBody>
      </p:sp>
    </p:spTree>
    <p:extLst>
      <p:ext uri="{BB962C8B-B14F-4D97-AF65-F5344CB8AC3E}">
        <p14:creationId xmlns:p14="http://schemas.microsoft.com/office/powerpoint/2010/main" val="51089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about 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Active Directory is a significant</a:t>
            </a:r>
            <a:r>
              <a:rPr lang="en-GB" baseline="0" dirty="0"/>
              <a:t> element of Windows Server</a:t>
            </a:r>
          </a:p>
          <a:p>
            <a:r>
              <a:rPr lang="en-GB" baseline="0" dirty="0"/>
              <a:t>The Domain Controller role is central to managing:</a:t>
            </a:r>
          </a:p>
          <a:p>
            <a:pPr lvl="1"/>
            <a:r>
              <a:rPr lang="en-GB" baseline="0" dirty="0"/>
              <a:t>user accounts</a:t>
            </a:r>
          </a:p>
          <a:p>
            <a:pPr lvl="1"/>
            <a:r>
              <a:rPr lang="en-GB" baseline="0" dirty="0"/>
              <a:t>software upgrades</a:t>
            </a:r>
          </a:p>
          <a:p>
            <a:pPr lvl="1"/>
            <a:r>
              <a:rPr lang="en-GB" baseline="0" dirty="0"/>
              <a:t>security</a:t>
            </a:r>
          </a:p>
          <a:p>
            <a:r>
              <a:rPr lang="en-GB" dirty="0"/>
              <a:t>Most elements of Windows administration pass through this tool</a:t>
            </a:r>
          </a:p>
          <a:p>
            <a:r>
              <a:rPr lang="en-GB" dirty="0"/>
              <a:t>We will return to it in detail in later weeks</a:t>
            </a:r>
          </a:p>
        </p:txBody>
      </p:sp>
    </p:spTree>
    <p:extLst>
      <p:ext uri="{BB962C8B-B14F-4D97-AF65-F5344CB8AC3E}">
        <p14:creationId xmlns:p14="http://schemas.microsoft.com/office/powerpoint/2010/main" val="848189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Internet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DHCP</a:t>
            </a:r>
            <a:r>
              <a:rPr lang="en-GB" baseline="0" dirty="0"/>
              <a:t> Server: Support for Dynamic</a:t>
            </a:r>
            <a:r>
              <a:rPr lang="en-GB" dirty="0"/>
              <a:t> Host Configuration Protocol</a:t>
            </a:r>
          </a:p>
          <a:p>
            <a:r>
              <a:rPr lang="en-GB" dirty="0"/>
              <a:t>Domain Name Service</a:t>
            </a:r>
          </a:p>
          <a:p>
            <a:r>
              <a:rPr lang="en-GB" dirty="0"/>
              <a:t>Internet Information Service (IIS): Web and other Internet protocols such as FTP</a:t>
            </a:r>
          </a:p>
          <a:p>
            <a:r>
              <a:rPr lang="en-GB" dirty="0"/>
              <a:t>Remote Desktop Services</a:t>
            </a:r>
          </a:p>
        </p:txBody>
      </p:sp>
    </p:spTree>
    <p:extLst>
      <p:ext uri="{BB962C8B-B14F-4D97-AF65-F5344CB8AC3E}">
        <p14:creationId xmlns:p14="http://schemas.microsoft.com/office/powerpoint/2010/main" val="3586953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 wait there's more…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Network Services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File and Storage Services</a:t>
            </a:r>
          </a:p>
          <a:p>
            <a:r>
              <a:rPr lang="en-GB" dirty="0"/>
              <a:t>Printer and Document Services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Management tools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Windows Server Update Services</a:t>
            </a:r>
          </a:p>
          <a:p>
            <a:r>
              <a:rPr lang="en-GB" dirty="0"/>
              <a:t>Windows Deployment Services</a:t>
            </a:r>
          </a:p>
          <a:p>
            <a:r>
              <a:rPr lang="en-GB" dirty="0"/>
              <a:t>Volume Activation Services</a:t>
            </a:r>
          </a:p>
          <a:p>
            <a:r>
              <a:rPr lang="en-GB" dirty="0"/>
              <a:t>Network Policy and Activation</a:t>
            </a:r>
          </a:p>
          <a:p>
            <a:pPr lvl="1"/>
            <a:r>
              <a:rPr lang="en-GB" dirty="0"/>
              <a:t>Provides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22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 and Storage</a:t>
            </a:r>
            <a:r>
              <a:rPr lang="en-GB" baseline="0" dirty="0"/>
              <a:t> Services</a:t>
            </a:r>
          </a:p>
          <a:p>
            <a:r>
              <a:rPr lang="en-GB" baseline="0" dirty="0"/>
              <a:t>Printer Management</a:t>
            </a:r>
          </a:p>
        </p:txBody>
      </p:sp>
    </p:spTree>
    <p:extLst>
      <p:ext uri="{BB962C8B-B14F-4D97-AF65-F5344CB8AC3E}">
        <p14:creationId xmlns:p14="http://schemas.microsoft.com/office/powerpoint/2010/main" val="1770122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Hyper-V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Windows Hypervisor service</a:t>
            </a:r>
          </a:p>
          <a:p>
            <a:r>
              <a:rPr lang="en-GB" dirty="0"/>
              <a:t>Installs on the host hardware</a:t>
            </a:r>
          </a:p>
          <a:p>
            <a:r>
              <a:rPr lang="en-GB" dirty="0"/>
              <a:t>Provides hypervisor service to guest 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80166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Windows server is versatile and complex</a:t>
            </a:r>
          </a:p>
          <a:p>
            <a:r>
              <a:rPr lang="en-GB" dirty="0"/>
              <a:t>There are lots of roles it can play</a:t>
            </a:r>
          </a:p>
          <a:p>
            <a:r>
              <a:rPr lang="en-GB" dirty="0"/>
              <a:t>There are lots of management</a:t>
            </a:r>
            <a:r>
              <a:rPr lang="en-GB" baseline="0" dirty="0"/>
              <a:t> tools supplied</a:t>
            </a:r>
          </a:p>
          <a:p>
            <a:r>
              <a:rPr lang="en-GB" baseline="0" dirty="0"/>
              <a:t>The trend is away from GUI tools to CLI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ns.potx" id="{0030F7EF-DC36-4235-B842-4CCFAAF83E20}" vid="{F931EE61-B188-4486-BCC9-62AFAA0F41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cns</Template>
  <TotalTime>576</TotalTime>
  <Words>495</Words>
  <Application>Microsoft Office PowerPoint</Application>
  <PresentationFormat>Widescreen</PresentationFormat>
  <Paragraphs>94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Windows Server</vt:lpstr>
      <vt:lpstr>Windows Server Versions</vt:lpstr>
      <vt:lpstr>Major Versions</vt:lpstr>
      <vt:lpstr>Specialised Versions</vt:lpstr>
      <vt:lpstr>Choosing a version</vt:lpstr>
      <vt:lpstr>Installation Type</vt:lpstr>
      <vt:lpstr>Windows without windows</vt:lpstr>
      <vt:lpstr>What is it for?</vt:lpstr>
      <vt:lpstr>Roles and Features</vt:lpstr>
      <vt:lpstr>Active Directory</vt:lpstr>
      <vt:lpstr>More about AD</vt:lpstr>
      <vt:lpstr>Internet Services</vt:lpstr>
      <vt:lpstr>But wait there's more…</vt:lpstr>
      <vt:lpstr>Network Services</vt:lpstr>
      <vt:lpstr>Hyper-V</vt:lpstr>
      <vt:lpstr>Summary</vt:lpstr>
    </vt:vector>
  </TitlesOfParts>
  <Company>University of Bolton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Infrastructure</dc:title>
  <dc:creator>Adam Isherwood</dc:creator>
  <cp:lastModifiedBy>Adam Isherwood</cp:lastModifiedBy>
  <cp:revision>13</cp:revision>
  <dcterms:created xsi:type="dcterms:W3CDTF">2019-01-29T13:42:03Z</dcterms:created>
  <dcterms:modified xsi:type="dcterms:W3CDTF">2020-01-06T20:41:26Z</dcterms:modified>
</cp:coreProperties>
</file>