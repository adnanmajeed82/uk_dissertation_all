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70" r:id="rId4"/>
    <p:sldId id="273" r:id="rId5"/>
    <p:sldId id="274" r:id="rId6"/>
    <p:sldId id="275" r:id="rId7"/>
    <p:sldId id="276" r:id="rId8"/>
    <p:sldId id="292" r:id="rId9"/>
    <p:sldId id="258" r:id="rId10"/>
    <p:sldId id="259" r:id="rId11"/>
    <p:sldId id="260" r:id="rId12"/>
    <p:sldId id="261" r:id="rId13"/>
    <p:sldId id="262" r:id="rId14"/>
    <p:sldId id="268" r:id="rId15"/>
    <p:sldId id="263" r:id="rId16"/>
    <p:sldId id="264" r:id="rId17"/>
    <p:sldId id="293" r:id="rId18"/>
    <p:sldId id="266" r:id="rId19"/>
    <p:sldId id="269" r:id="rId20"/>
    <p:sldId id="271" r:id="rId21"/>
    <p:sldId id="272" r:id="rId22"/>
    <p:sldId id="278" r:id="rId23"/>
    <p:sldId id="280" r:id="rId24"/>
    <p:sldId id="281" r:id="rId25"/>
    <p:sldId id="282" r:id="rId26"/>
    <p:sldId id="286" r:id="rId27"/>
    <p:sldId id="291" r:id="rId28"/>
    <p:sldId id="287" r:id="rId29"/>
    <p:sldId id="295" r:id="rId30"/>
    <p:sldId id="296" r:id="rId31"/>
    <p:sldId id="297" r:id="rId32"/>
    <p:sldId id="299" r:id="rId33"/>
    <p:sldId id="300" r:id="rId34"/>
    <p:sldId id="29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061" autoAdjust="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670E22-37DA-426E-8EC9-D5553E45CB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DFD6F44-C0EE-4CD2-9516-31EA72498A00}">
      <dgm:prSet/>
      <dgm:spPr/>
      <dgm:t>
        <a:bodyPr/>
        <a:lstStyle/>
        <a:p>
          <a:r>
            <a:rPr lang="en-US"/>
            <a:t>What is a feasibility study?</a:t>
          </a:r>
        </a:p>
      </dgm:t>
    </dgm:pt>
    <dgm:pt modelId="{48501C5A-46A4-42BB-B8B0-83EB06B31446}" type="parTrans" cxnId="{38358977-77FE-4A39-AA4F-107113942D3A}">
      <dgm:prSet/>
      <dgm:spPr/>
      <dgm:t>
        <a:bodyPr/>
        <a:lstStyle/>
        <a:p>
          <a:endParaRPr lang="en-US"/>
        </a:p>
      </dgm:t>
    </dgm:pt>
    <dgm:pt modelId="{312E71DB-562A-4165-9F08-3505074FA3BF}" type="sibTrans" cxnId="{38358977-77FE-4A39-AA4F-107113942D3A}">
      <dgm:prSet/>
      <dgm:spPr/>
      <dgm:t>
        <a:bodyPr/>
        <a:lstStyle/>
        <a:p>
          <a:endParaRPr lang="en-US"/>
        </a:p>
      </dgm:t>
    </dgm:pt>
    <dgm:pt modelId="{17F315DB-32EC-4F84-BCCE-443822D7C161}">
      <dgm:prSet/>
      <dgm:spPr/>
      <dgm:t>
        <a:bodyPr/>
        <a:lstStyle/>
        <a:p>
          <a:r>
            <a:rPr lang="en-US"/>
            <a:t>What to study and conclude?</a:t>
          </a:r>
        </a:p>
      </dgm:t>
    </dgm:pt>
    <dgm:pt modelId="{EE628A57-5FC0-44FC-8264-C398849F7195}" type="parTrans" cxnId="{543C1E87-3C6C-4333-92C5-86146E9299E2}">
      <dgm:prSet/>
      <dgm:spPr/>
      <dgm:t>
        <a:bodyPr/>
        <a:lstStyle/>
        <a:p>
          <a:endParaRPr lang="en-US"/>
        </a:p>
      </dgm:t>
    </dgm:pt>
    <dgm:pt modelId="{4A18BEE4-E894-488D-A741-C64995F3E1C9}" type="sibTrans" cxnId="{543C1E87-3C6C-4333-92C5-86146E9299E2}">
      <dgm:prSet/>
      <dgm:spPr/>
      <dgm:t>
        <a:bodyPr/>
        <a:lstStyle/>
        <a:p>
          <a:endParaRPr lang="en-US"/>
        </a:p>
      </dgm:t>
    </dgm:pt>
    <dgm:pt modelId="{77EF72C2-D5BC-4CA8-8059-77E6E3934D67}">
      <dgm:prSet/>
      <dgm:spPr/>
      <dgm:t>
        <a:bodyPr/>
        <a:lstStyle/>
        <a:p>
          <a:r>
            <a:rPr lang="en-US"/>
            <a:t>Types of feasibility</a:t>
          </a:r>
        </a:p>
      </dgm:t>
    </dgm:pt>
    <dgm:pt modelId="{40972109-9B24-4DCE-BF23-633E52D6E739}" type="parTrans" cxnId="{8860BD48-415A-4223-97E3-224F9DA27295}">
      <dgm:prSet/>
      <dgm:spPr/>
      <dgm:t>
        <a:bodyPr/>
        <a:lstStyle/>
        <a:p>
          <a:endParaRPr lang="en-US"/>
        </a:p>
      </dgm:t>
    </dgm:pt>
    <dgm:pt modelId="{8AD6BAF2-DC1D-4803-8EAE-472C9BD9FC85}" type="sibTrans" cxnId="{8860BD48-415A-4223-97E3-224F9DA27295}">
      <dgm:prSet/>
      <dgm:spPr/>
      <dgm:t>
        <a:bodyPr/>
        <a:lstStyle/>
        <a:p>
          <a:endParaRPr lang="en-US"/>
        </a:p>
      </dgm:t>
    </dgm:pt>
    <dgm:pt modelId="{B9CC4636-6768-4A2E-B7C5-54EED9D7573A}">
      <dgm:prSet/>
      <dgm:spPr/>
      <dgm:t>
        <a:bodyPr/>
        <a:lstStyle/>
        <a:p>
          <a:r>
            <a:rPr lang="en-US"/>
            <a:t>Technical</a:t>
          </a:r>
        </a:p>
      </dgm:t>
    </dgm:pt>
    <dgm:pt modelId="{4AFAF19D-51CD-4D49-A23C-9BAD22965006}" type="parTrans" cxnId="{529B2D15-5B40-474A-AD18-19C89DC32A04}">
      <dgm:prSet/>
      <dgm:spPr/>
      <dgm:t>
        <a:bodyPr/>
        <a:lstStyle/>
        <a:p>
          <a:endParaRPr lang="en-US"/>
        </a:p>
      </dgm:t>
    </dgm:pt>
    <dgm:pt modelId="{2F81433C-D16F-4B8B-80CB-17503F73A3F1}" type="sibTrans" cxnId="{529B2D15-5B40-474A-AD18-19C89DC32A04}">
      <dgm:prSet/>
      <dgm:spPr/>
      <dgm:t>
        <a:bodyPr/>
        <a:lstStyle/>
        <a:p>
          <a:endParaRPr lang="en-US"/>
        </a:p>
      </dgm:t>
    </dgm:pt>
    <dgm:pt modelId="{ED2A8B77-B0E8-42FB-BA61-77CA7F70BD27}">
      <dgm:prSet/>
      <dgm:spPr/>
      <dgm:t>
        <a:bodyPr/>
        <a:lstStyle/>
        <a:p>
          <a:r>
            <a:rPr lang="en-US"/>
            <a:t>Economic</a:t>
          </a:r>
        </a:p>
      </dgm:t>
    </dgm:pt>
    <dgm:pt modelId="{0B68A7C8-6F39-45C5-82D6-E2575B262B3D}" type="parTrans" cxnId="{0D124FFF-4027-45F9-88CC-CFCA8C5F6E9F}">
      <dgm:prSet/>
      <dgm:spPr/>
      <dgm:t>
        <a:bodyPr/>
        <a:lstStyle/>
        <a:p>
          <a:endParaRPr lang="en-US"/>
        </a:p>
      </dgm:t>
    </dgm:pt>
    <dgm:pt modelId="{DE5C8504-6A32-4DAE-B6B0-72805AAF8B2E}" type="sibTrans" cxnId="{0D124FFF-4027-45F9-88CC-CFCA8C5F6E9F}">
      <dgm:prSet/>
      <dgm:spPr/>
      <dgm:t>
        <a:bodyPr/>
        <a:lstStyle/>
        <a:p>
          <a:endParaRPr lang="en-US"/>
        </a:p>
      </dgm:t>
    </dgm:pt>
    <dgm:pt modelId="{F4656424-D9FD-4871-B55B-FCBFBBEB7FFA}">
      <dgm:prSet/>
      <dgm:spPr/>
      <dgm:t>
        <a:bodyPr/>
        <a:lstStyle/>
        <a:p>
          <a:r>
            <a:rPr lang="en-US"/>
            <a:t>Schedule</a:t>
          </a:r>
        </a:p>
      </dgm:t>
    </dgm:pt>
    <dgm:pt modelId="{81B4FBEB-A556-48C5-B1FC-C09ACD604905}" type="parTrans" cxnId="{54310C5F-4027-445E-B63D-F9D3B0D4EA61}">
      <dgm:prSet/>
      <dgm:spPr/>
      <dgm:t>
        <a:bodyPr/>
        <a:lstStyle/>
        <a:p>
          <a:endParaRPr lang="en-US"/>
        </a:p>
      </dgm:t>
    </dgm:pt>
    <dgm:pt modelId="{5B86F026-6554-4D51-BE7A-15036581EC67}" type="sibTrans" cxnId="{54310C5F-4027-445E-B63D-F9D3B0D4EA61}">
      <dgm:prSet/>
      <dgm:spPr/>
      <dgm:t>
        <a:bodyPr/>
        <a:lstStyle/>
        <a:p>
          <a:endParaRPr lang="en-US"/>
        </a:p>
      </dgm:t>
    </dgm:pt>
    <dgm:pt modelId="{F62B9A16-73B4-4F7C-9504-FC8F9E8F06BD}">
      <dgm:prSet/>
      <dgm:spPr/>
      <dgm:t>
        <a:bodyPr/>
        <a:lstStyle/>
        <a:p>
          <a:r>
            <a:rPr lang="en-US"/>
            <a:t>Operational</a:t>
          </a:r>
        </a:p>
      </dgm:t>
    </dgm:pt>
    <dgm:pt modelId="{ECB43BED-6E08-45B9-8102-B801E32B1E21}" type="parTrans" cxnId="{2BE3CDD0-254C-4795-8BAB-505B536C5AA2}">
      <dgm:prSet/>
      <dgm:spPr/>
      <dgm:t>
        <a:bodyPr/>
        <a:lstStyle/>
        <a:p>
          <a:endParaRPr lang="en-US"/>
        </a:p>
      </dgm:t>
    </dgm:pt>
    <dgm:pt modelId="{F3C14D24-D119-4941-997C-7B2D673B736F}" type="sibTrans" cxnId="{2BE3CDD0-254C-4795-8BAB-505B536C5AA2}">
      <dgm:prSet/>
      <dgm:spPr/>
      <dgm:t>
        <a:bodyPr/>
        <a:lstStyle/>
        <a:p>
          <a:endParaRPr lang="en-US"/>
        </a:p>
      </dgm:t>
    </dgm:pt>
    <dgm:pt modelId="{5B933111-83BE-405F-82C6-7994EB923A6D}">
      <dgm:prSet/>
      <dgm:spPr/>
      <dgm:t>
        <a:bodyPr/>
        <a:lstStyle/>
        <a:p>
          <a:r>
            <a:rPr lang="en-US"/>
            <a:t>Quantifying benefits and costs</a:t>
          </a:r>
        </a:p>
      </dgm:t>
    </dgm:pt>
    <dgm:pt modelId="{2800AC20-B2B8-44E8-BA76-22C6437EFC49}" type="parTrans" cxnId="{20839BE2-E6AF-40B6-9CEE-D30662717104}">
      <dgm:prSet/>
      <dgm:spPr/>
      <dgm:t>
        <a:bodyPr/>
        <a:lstStyle/>
        <a:p>
          <a:endParaRPr lang="en-US"/>
        </a:p>
      </dgm:t>
    </dgm:pt>
    <dgm:pt modelId="{D179AAE7-23D3-4318-A0E0-5B6C6BBE415E}" type="sibTrans" cxnId="{20839BE2-E6AF-40B6-9CEE-D30662717104}">
      <dgm:prSet/>
      <dgm:spPr/>
      <dgm:t>
        <a:bodyPr/>
        <a:lstStyle/>
        <a:p>
          <a:endParaRPr lang="en-US"/>
        </a:p>
      </dgm:t>
    </dgm:pt>
    <dgm:pt modelId="{1920C1FD-5C04-452C-8B4A-378ABCCA3669}">
      <dgm:prSet/>
      <dgm:spPr/>
      <dgm:t>
        <a:bodyPr/>
        <a:lstStyle/>
        <a:p>
          <a:r>
            <a:rPr lang="en-US"/>
            <a:t>Payback analysis</a:t>
          </a:r>
        </a:p>
      </dgm:t>
    </dgm:pt>
    <dgm:pt modelId="{3A04ECBA-88C9-44CF-9517-F644AF10D1B5}" type="parTrans" cxnId="{BAC6898C-9B6D-477A-BB86-B715596D0428}">
      <dgm:prSet/>
      <dgm:spPr/>
      <dgm:t>
        <a:bodyPr/>
        <a:lstStyle/>
        <a:p>
          <a:endParaRPr lang="en-US"/>
        </a:p>
      </dgm:t>
    </dgm:pt>
    <dgm:pt modelId="{9C0982E0-CE21-4237-82F4-D9049A1F52E3}" type="sibTrans" cxnId="{BAC6898C-9B6D-477A-BB86-B715596D0428}">
      <dgm:prSet/>
      <dgm:spPr/>
      <dgm:t>
        <a:bodyPr/>
        <a:lstStyle/>
        <a:p>
          <a:endParaRPr lang="en-US"/>
        </a:p>
      </dgm:t>
    </dgm:pt>
    <dgm:pt modelId="{A1BE5B84-FA9F-474E-9B3C-6DC7CF52CB79}">
      <dgm:prSet/>
      <dgm:spPr/>
      <dgm:t>
        <a:bodyPr/>
        <a:lstStyle/>
        <a:p>
          <a:r>
            <a:rPr lang="en-US"/>
            <a:t>Net Present Value Analysis</a:t>
          </a:r>
        </a:p>
      </dgm:t>
    </dgm:pt>
    <dgm:pt modelId="{8A1EA113-6B79-4E57-A8B8-BCF191280432}" type="parTrans" cxnId="{EB7F4BD9-4525-4291-93C6-07545DAB5646}">
      <dgm:prSet/>
      <dgm:spPr/>
      <dgm:t>
        <a:bodyPr/>
        <a:lstStyle/>
        <a:p>
          <a:endParaRPr lang="en-US"/>
        </a:p>
      </dgm:t>
    </dgm:pt>
    <dgm:pt modelId="{7DBD44FA-5B61-4A2D-9CCC-4CA8F20E4185}" type="sibTrans" cxnId="{EB7F4BD9-4525-4291-93C6-07545DAB5646}">
      <dgm:prSet/>
      <dgm:spPr/>
      <dgm:t>
        <a:bodyPr/>
        <a:lstStyle/>
        <a:p>
          <a:endParaRPr lang="en-US"/>
        </a:p>
      </dgm:t>
    </dgm:pt>
    <dgm:pt modelId="{BCBABEBA-7676-46B0-912F-C62AA96C4A36}">
      <dgm:prSet/>
      <dgm:spPr/>
      <dgm:t>
        <a:bodyPr/>
        <a:lstStyle/>
        <a:p>
          <a:r>
            <a:rPr lang="en-US"/>
            <a:t>Return on Investment Analysis</a:t>
          </a:r>
        </a:p>
      </dgm:t>
    </dgm:pt>
    <dgm:pt modelId="{F377D01D-5E9F-43E0-A342-638BC3ADC0AE}" type="parTrans" cxnId="{C9748965-B1AC-4118-BD3D-A6A1CC9125B5}">
      <dgm:prSet/>
      <dgm:spPr/>
      <dgm:t>
        <a:bodyPr/>
        <a:lstStyle/>
        <a:p>
          <a:endParaRPr lang="en-US"/>
        </a:p>
      </dgm:t>
    </dgm:pt>
    <dgm:pt modelId="{2BDAE57E-41F9-4524-AFD9-23C1F527A2CC}" type="sibTrans" cxnId="{C9748965-B1AC-4118-BD3D-A6A1CC9125B5}">
      <dgm:prSet/>
      <dgm:spPr/>
      <dgm:t>
        <a:bodyPr/>
        <a:lstStyle/>
        <a:p>
          <a:endParaRPr lang="en-US"/>
        </a:p>
      </dgm:t>
    </dgm:pt>
    <dgm:pt modelId="{3CFE9B50-CD02-4631-B345-3A6CCF77AE91}">
      <dgm:prSet/>
      <dgm:spPr/>
      <dgm:t>
        <a:bodyPr/>
        <a:lstStyle/>
        <a:p>
          <a:r>
            <a:rPr lang="en-US"/>
            <a:t>Comparing alternatives</a:t>
          </a:r>
        </a:p>
      </dgm:t>
    </dgm:pt>
    <dgm:pt modelId="{ACC1E44F-63A1-4963-8947-0792478DF797}" type="parTrans" cxnId="{E6053F9B-E585-43C5-8DF9-555CB40809CA}">
      <dgm:prSet/>
      <dgm:spPr/>
      <dgm:t>
        <a:bodyPr/>
        <a:lstStyle/>
        <a:p>
          <a:endParaRPr lang="en-US"/>
        </a:p>
      </dgm:t>
    </dgm:pt>
    <dgm:pt modelId="{0EB8696C-6840-49AC-A91F-D8C3A5860745}" type="sibTrans" cxnId="{E6053F9B-E585-43C5-8DF9-555CB40809CA}">
      <dgm:prSet/>
      <dgm:spPr/>
      <dgm:t>
        <a:bodyPr/>
        <a:lstStyle/>
        <a:p>
          <a:endParaRPr lang="en-US"/>
        </a:p>
      </dgm:t>
    </dgm:pt>
    <dgm:pt modelId="{95C6DAB8-D2A3-45B5-9768-80AE0A7EAF82}" type="pres">
      <dgm:prSet presAssocID="{15670E22-37DA-426E-8EC9-D5553E45CBB6}" presName="root" presStyleCnt="0">
        <dgm:presLayoutVars>
          <dgm:dir/>
          <dgm:resizeHandles val="exact"/>
        </dgm:presLayoutVars>
      </dgm:prSet>
      <dgm:spPr/>
    </dgm:pt>
    <dgm:pt modelId="{BB9D9B3B-E3D1-49F1-9F16-5C196C4DC31D}" type="pres">
      <dgm:prSet presAssocID="{DDFD6F44-C0EE-4CD2-9516-31EA72498A00}" presName="compNode" presStyleCnt="0"/>
      <dgm:spPr/>
    </dgm:pt>
    <dgm:pt modelId="{C7BB9C68-438A-43BA-BBEF-3E62A363C5E4}" type="pres">
      <dgm:prSet presAssocID="{DDFD6F44-C0EE-4CD2-9516-31EA72498A00}" presName="bgRect" presStyleLbl="bgShp" presStyleIdx="0" presStyleCnt="4"/>
      <dgm:spPr/>
    </dgm:pt>
    <dgm:pt modelId="{47694A8D-E449-4D7E-8793-7FDFB85E54AC}" type="pres">
      <dgm:prSet presAssocID="{DDFD6F44-C0EE-4CD2-9516-31EA72498A0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356FB20-A78C-4639-BD83-1F6419E6265A}" type="pres">
      <dgm:prSet presAssocID="{DDFD6F44-C0EE-4CD2-9516-31EA72498A00}" presName="spaceRect" presStyleCnt="0"/>
      <dgm:spPr/>
    </dgm:pt>
    <dgm:pt modelId="{4C74AE02-C1AA-4774-A930-6F3689939CA1}" type="pres">
      <dgm:prSet presAssocID="{DDFD6F44-C0EE-4CD2-9516-31EA72498A00}" presName="parTx" presStyleLbl="revTx" presStyleIdx="0" presStyleCnt="7">
        <dgm:presLayoutVars>
          <dgm:chMax val="0"/>
          <dgm:chPref val="0"/>
        </dgm:presLayoutVars>
      </dgm:prSet>
      <dgm:spPr/>
    </dgm:pt>
    <dgm:pt modelId="{BA6E984E-4E18-44D5-B92F-F7AA5D980502}" type="pres">
      <dgm:prSet presAssocID="{DDFD6F44-C0EE-4CD2-9516-31EA72498A00}" presName="desTx" presStyleLbl="revTx" presStyleIdx="1" presStyleCnt="7">
        <dgm:presLayoutVars/>
      </dgm:prSet>
      <dgm:spPr/>
    </dgm:pt>
    <dgm:pt modelId="{F6C4110B-1C08-4C2F-8ACB-171466EFBA42}" type="pres">
      <dgm:prSet presAssocID="{312E71DB-562A-4165-9F08-3505074FA3BF}" presName="sibTrans" presStyleCnt="0"/>
      <dgm:spPr/>
    </dgm:pt>
    <dgm:pt modelId="{EF7DB974-AE95-4E91-8E53-DA7858D670D3}" type="pres">
      <dgm:prSet presAssocID="{77EF72C2-D5BC-4CA8-8059-77E6E3934D67}" presName="compNode" presStyleCnt="0"/>
      <dgm:spPr/>
    </dgm:pt>
    <dgm:pt modelId="{49FC6E00-246F-4425-893D-7BA089626B1D}" type="pres">
      <dgm:prSet presAssocID="{77EF72C2-D5BC-4CA8-8059-77E6E3934D67}" presName="bgRect" presStyleLbl="bgShp" presStyleIdx="1" presStyleCnt="4"/>
      <dgm:spPr/>
    </dgm:pt>
    <dgm:pt modelId="{4B1C34BD-D9E1-4768-923E-935C74406590}" type="pres">
      <dgm:prSet presAssocID="{77EF72C2-D5BC-4CA8-8059-77E6E3934D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3328AC9-6C1E-4F81-9BA9-48087ADAD8C4}" type="pres">
      <dgm:prSet presAssocID="{77EF72C2-D5BC-4CA8-8059-77E6E3934D67}" presName="spaceRect" presStyleCnt="0"/>
      <dgm:spPr/>
    </dgm:pt>
    <dgm:pt modelId="{A5E3BC90-011F-4C54-A4CD-E14ADDCDAC59}" type="pres">
      <dgm:prSet presAssocID="{77EF72C2-D5BC-4CA8-8059-77E6E3934D67}" presName="parTx" presStyleLbl="revTx" presStyleIdx="2" presStyleCnt="7">
        <dgm:presLayoutVars>
          <dgm:chMax val="0"/>
          <dgm:chPref val="0"/>
        </dgm:presLayoutVars>
      </dgm:prSet>
      <dgm:spPr/>
    </dgm:pt>
    <dgm:pt modelId="{C7E16153-61C6-4EB6-9895-3E8B49326C0A}" type="pres">
      <dgm:prSet presAssocID="{77EF72C2-D5BC-4CA8-8059-77E6E3934D67}" presName="desTx" presStyleLbl="revTx" presStyleIdx="3" presStyleCnt="7">
        <dgm:presLayoutVars/>
      </dgm:prSet>
      <dgm:spPr/>
    </dgm:pt>
    <dgm:pt modelId="{16217847-EC19-41A4-A7D4-9228F1FF99B4}" type="pres">
      <dgm:prSet presAssocID="{8AD6BAF2-DC1D-4803-8EAE-472C9BD9FC85}" presName="sibTrans" presStyleCnt="0"/>
      <dgm:spPr/>
    </dgm:pt>
    <dgm:pt modelId="{9D6A0954-0CFA-47F8-9A08-B9E60A8D09A4}" type="pres">
      <dgm:prSet presAssocID="{5B933111-83BE-405F-82C6-7994EB923A6D}" presName="compNode" presStyleCnt="0"/>
      <dgm:spPr/>
    </dgm:pt>
    <dgm:pt modelId="{64E631A3-CD54-4BC2-A7A2-0D5D61562AAA}" type="pres">
      <dgm:prSet presAssocID="{5B933111-83BE-405F-82C6-7994EB923A6D}" presName="bgRect" presStyleLbl="bgShp" presStyleIdx="2" presStyleCnt="4"/>
      <dgm:spPr/>
    </dgm:pt>
    <dgm:pt modelId="{58EBF1F2-95F5-4149-8DAB-A0D6230A1A78}" type="pres">
      <dgm:prSet presAssocID="{5B933111-83BE-405F-82C6-7994EB923A6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51C6AD0-5244-4449-A658-87C59F1F5BCB}" type="pres">
      <dgm:prSet presAssocID="{5B933111-83BE-405F-82C6-7994EB923A6D}" presName="spaceRect" presStyleCnt="0"/>
      <dgm:spPr/>
    </dgm:pt>
    <dgm:pt modelId="{010C7644-1822-4B05-BE00-D4787C73FCBD}" type="pres">
      <dgm:prSet presAssocID="{5B933111-83BE-405F-82C6-7994EB923A6D}" presName="parTx" presStyleLbl="revTx" presStyleIdx="4" presStyleCnt="7">
        <dgm:presLayoutVars>
          <dgm:chMax val="0"/>
          <dgm:chPref val="0"/>
        </dgm:presLayoutVars>
      </dgm:prSet>
      <dgm:spPr/>
    </dgm:pt>
    <dgm:pt modelId="{88D5065E-DF75-4135-A8A8-00D5D8CCFD6B}" type="pres">
      <dgm:prSet presAssocID="{5B933111-83BE-405F-82C6-7994EB923A6D}" presName="desTx" presStyleLbl="revTx" presStyleIdx="5" presStyleCnt="7">
        <dgm:presLayoutVars/>
      </dgm:prSet>
      <dgm:spPr/>
    </dgm:pt>
    <dgm:pt modelId="{EEF370B7-A3C0-4D94-B7A4-DB538ECA488D}" type="pres">
      <dgm:prSet presAssocID="{D179AAE7-23D3-4318-A0E0-5B6C6BBE415E}" presName="sibTrans" presStyleCnt="0"/>
      <dgm:spPr/>
    </dgm:pt>
    <dgm:pt modelId="{23E86F8B-7A96-4423-8B86-65C43AFD8991}" type="pres">
      <dgm:prSet presAssocID="{3CFE9B50-CD02-4631-B345-3A6CCF77AE91}" presName="compNode" presStyleCnt="0"/>
      <dgm:spPr/>
    </dgm:pt>
    <dgm:pt modelId="{96CCDA75-D34E-419F-B54B-760C3DB52168}" type="pres">
      <dgm:prSet presAssocID="{3CFE9B50-CD02-4631-B345-3A6CCF77AE91}" presName="bgRect" presStyleLbl="bgShp" presStyleIdx="3" presStyleCnt="4"/>
      <dgm:spPr/>
    </dgm:pt>
    <dgm:pt modelId="{D0E70EAA-0236-4CD5-BE90-BDE0EC589AE2}" type="pres">
      <dgm:prSet presAssocID="{3CFE9B50-CD02-4631-B345-3A6CCF77AE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F3DAD13-879E-4CC9-98AE-0AE633C3F6C6}" type="pres">
      <dgm:prSet presAssocID="{3CFE9B50-CD02-4631-B345-3A6CCF77AE91}" presName="spaceRect" presStyleCnt="0"/>
      <dgm:spPr/>
    </dgm:pt>
    <dgm:pt modelId="{D6E1FC0B-4D86-49BC-95CA-4A791BF648C6}" type="pres">
      <dgm:prSet presAssocID="{3CFE9B50-CD02-4631-B345-3A6CCF77AE91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AAD84300-1D64-4A12-9C8A-52C2CC4C9016}" type="presOf" srcId="{F4656424-D9FD-4871-B55B-FCBFBBEB7FFA}" destId="{C7E16153-61C6-4EB6-9895-3E8B49326C0A}" srcOrd="0" destOrd="2" presId="urn:microsoft.com/office/officeart/2018/2/layout/IconVerticalSolidList"/>
    <dgm:cxn modelId="{8C67D605-F9C3-4EC1-A65F-E9E1521C2C7E}" type="presOf" srcId="{5B933111-83BE-405F-82C6-7994EB923A6D}" destId="{010C7644-1822-4B05-BE00-D4787C73FCBD}" srcOrd="0" destOrd="0" presId="urn:microsoft.com/office/officeart/2018/2/layout/IconVerticalSolidList"/>
    <dgm:cxn modelId="{529B2D15-5B40-474A-AD18-19C89DC32A04}" srcId="{77EF72C2-D5BC-4CA8-8059-77E6E3934D67}" destId="{B9CC4636-6768-4A2E-B7C5-54EED9D7573A}" srcOrd="0" destOrd="0" parTransId="{4AFAF19D-51CD-4D49-A23C-9BAD22965006}" sibTransId="{2F81433C-D16F-4B8B-80CB-17503F73A3F1}"/>
    <dgm:cxn modelId="{8B169823-24F6-44D3-A182-439A992D25EA}" type="presOf" srcId="{DDFD6F44-C0EE-4CD2-9516-31EA72498A00}" destId="{4C74AE02-C1AA-4774-A930-6F3689939CA1}" srcOrd="0" destOrd="0" presId="urn:microsoft.com/office/officeart/2018/2/layout/IconVerticalSolidList"/>
    <dgm:cxn modelId="{47776C37-E188-4A22-89A7-DA367580B2CD}" type="presOf" srcId="{77EF72C2-D5BC-4CA8-8059-77E6E3934D67}" destId="{A5E3BC90-011F-4C54-A4CD-E14ADDCDAC59}" srcOrd="0" destOrd="0" presId="urn:microsoft.com/office/officeart/2018/2/layout/IconVerticalSolidList"/>
    <dgm:cxn modelId="{54310C5F-4027-445E-B63D-F9D3B0D4EA61}" srcId="{77EF72C2-D5BC-4CA8-8059-77E6E3934D67}" destId="{F4656424-D9FD-4871-B55B-FCBFBBEB7FFA}" srcOrd="2" destOrd="0" parTransId="{81B4FBEB-A556-48C5-B1FC-C09ACD604905}" sibTransId="{5B86F026-6554-4D51-BE7A-15036581EC67}"/>
    <dgm:cxn modelId="{C9748965-B1AC-4118-BD3D-A6A1CC9125B5}" srcId="{5B933111-83BE-405F-82C6-7994EB923A6D}" destId="{BCBABEBA-7676-46B0-912F-C62AA96C4A36}" srcOrd="2" destOrd="0" parTransId="{F377D01D-5E9F-43E0-A342-638BC3ADC0AE}" sibTransId="{2BDAE57E-41F9-4524-AFD9-23C1F527A2CC}"/>
    <dgm:cxn modelId="{BE999565-9D53-448E-B44A-0E2A0E12E1AF}" type="presOf" srcId="{17F315DB-32EC-4F84-BCCE-443822D7C161}" destId="{BA6E984E-4E18-44D5-B92F-F7AA5D980502}" srcOrd="0" destOrd="0" presId="urn:microsoft.com/office/officeart/2018/2/layout/IconVerticalSolidList"/>
    <dgm:cxn modelId="{8860BD48-415A-4223-97E3-224F9DA27295}" srcId="{15670E22-37DA-426E-8EC9-D5553E45CBB6}" destId="{77EF72C2-D5BC-4CA8-8059-77E6E3934D67}" srcOrd="1" destOrd="0" parTransId="{40972109-9B24-4DCE-BF23-633E52D6E739}" sibTransId="{8AD6BAF2-DC1D-4803-8EAE-472C9BD9FC85}"/>
    <dgm:cxn modelId="{B9F9DB48-253C-4C4E-967A-79FE3F035274}" type="presOf" srcId="{1920C1FD-5C04-452C-8B4A-378ABCCA3669}" destId="{88D5065E-DF75-4135-A8A8-00D5D8CCFD6B}" srcOrd="0" destOrd="0" presId="urn:microsoft.com/office/officeart/2018/2/layout/IconVerticalSolidList"/>
    <dgm:cxn modelId="{D920A449-8636-4DB5-9C2E-F9D79388DB67}" type="presOf" srcId="{A1BE5B84-FA9F-474E-9B3C-6DC7CF52CB79}" destId="{88D5065E-DF75-4135-A8A8-00D5D8CCFD6B}" srcOrd="0" destOrd="1" presId="urn:microsoft.com/office/officeart/2018/2/layout/IconVerticalSolidList"/>
    <dgm:cxn modelId="{317C8E4E-BDF9-487F-B992-A7C7A9527DD1}" type="presOf" srcId="{B9CC4636-6768-4A2E-B7C5-54EED9D7573A}" destId="{C7E16153-61C6-4EB6-9895-3E8B49326C0A}" srcOrd="0" destOrd="0" presId="urn:microsoft.com/office/officeart/2018/2/layout/IconVerticalSolidList"/>
    <dgm:cxn modelId="{38358977-77FE-4A39-AA4F-107113942D3A}" srcId="{15670E22-37DA-426E-8EC9-D5553E45CBB6}" destId="{DDFD6F44-C0EE-4CD2-9516-31EA72498A00}" srcOrd="0" destOrd="0" parTransId="{48501C5A-46A4-42BB-B8B0-83EB06B31446}" sibTransId="{312E71DB-562A-4165-9F08-3505074FA3BF}"/>
    <dgm:cxn modelId="{543C1E87-3C6C-4333-92C5-86146E9299E2}" srcId="{DDFD6F44-C0EE-4CD2-9516-31EA72498A00}" destId="{17F315DB-32EC-4F84-BCCE-443822D7C161}" srcOrd="0" destOrd="0" parTransId="{EE628A57-5FC0-44FC-8264-C398849F7195}" sibTransId="{4A18BEE4-E894-488D-A741-C64995F3E1C9}"/>
    <dgm:cxn modelId="{BB2B328B-D6BD-46A6-AE52-8F00FFA3C60B}" type="presOf" srcId="{F62B9A16-73B4-4F7C-9504-FC8F9E8F06BD}" destId="{C7E16153-61C6-4EB6-9895-3E8B49326C0A}" srcOrd="0" destOrd="3" presId="urn:microsoft.com/office/officeart/2018/2/layout/IconVerticalSolidList"/>
    <dgm:cxn modelId="{BAC6898C-9B6D-477A-BB86-B715596D0428}" srcId="{5B933111-83BE-405F-82C6-7994EB923A6D}" destId="{1920C1FD-5C04-452C-8B4A-378ABCCA3669}" srcOrd="0" destOrd="0" parTransId="{3A04ECBA-88C9-44CF-9517-F644AF10D1B5}" sibTransId="{9C0982E0-CE21-4237-82F4-D9049A1F52E3}"/>
    <dgm:cxn modelId="{E6053F9B-E585-43C5-8DF9-555CB40809CA}" srcId="{15670E22-37DA-426E-8EC9-D5553E45CBB6}" destId="{3CFE9B50-CD02-4631-B345-3A6CCF77AE91}" srcOrd="3" destOrd="0" parTransId="{ACC1E44F-63A1-4963-8947-0792478DF797}" sibTransId="{0EB8696C-6840-49AC-A91F-D8C3A5860745}"/>
    <dgm:cxn modelId="{7859DCAC-F88C-4114-841E-7F66AE3EFD15}" type="presOf" srcId="{15670E22-37DA-426E-8EC9-D5553E45CBB6}" destId="{95C6DAB8-D2A3-45B5-9768-80AE0A7EAF82}" srcOrd="0" destOrd="0" presId="urn:microsoft.com/office/officeart/2018/2/layout/IconVerticalSolidList"/>
    <dgm:cxn modelId="{63CF79C2-5AE6-4C32-B6A3-21B278844C61}" type="presOf" srcId="{ED2A8B77-B0E8-42FB-BA61-77CA7F70BD27}" destId="{C7E16153-61C6-4EB6-9895-3E8B49326C0A}" srcOrd="0" destOrd="1" presId="urn:microsoft.com/office/officeart/2018/2/layout/IconVerticalSolidList"/>
    <dgm:cxn modelId="{2BE3CDD0-254C-4795-8BAB-505B536C5AA2}" srcId="{77EF72C2-D5BC-4CA8-8059-77E6E3934D67}" destId="{F62B9A16-73B4-4F7C-9504-FC8F9E8F06BD}" srcOrd="3" destOrd="0" parTransId="{ECB43BED-6E08-45B9-8102-B801E32B1E21}" sibTransId="{F3C14D24-D119-4941-997C-7B2D673B736F}"/>
    <dgm:cxn modelId="{C165A2D6-0836-4F50-AB75-F3AC0ED3783D}" type="presOf" srcId="{3CFE9B50-CD02-4631-B345-3A6CCF77AE91}" destId="{D6E1FC0B-4D86-49BC-95CA-4A791BF648C6}" srcOrd="0" destOrd="0" presId="urn:microsoft.com/office/officeart/2018/2/layout/IconVerticalSolidList"/>
    <dgm:cxn modelId="{EB7F4BD9-4525-4291-93C6-07545DAB5646}" srcId="{5B933111-83BE-405F-82C6-7994EB923A6D}" destId="{A1BE5B84-FA9F-474E-9B3C-6DC7CF52CB79}" srcOrd="1" destOrd="0" parTransId="{8A1EA113-6B79-4E57-A8B8-BCF191280432}" sibTransId="{7DBD44FA-5B61-4A2D-9CCC-4CA8F20E4185}"/>
    <dgm:cxn modelId="{20839BE2-E6AF-40B6-9CEE-D30662717104}" srcId="{15670E22-37DA-426E-8EC9-D5553E45CBB6}" destId="{5B933111-83BE-405F-82C6-7994EB923A6D}" srcOrd="2" destOrd="0" parTransId="{2800AC20-B2B8-44E8-BA76-22C6437EFC49}" sibTransId="{D179AAE7-23D3-4318-A0E0-5B6C6BBE415E}"/>
    <dgm:cxn modelId="{3440ABF8-D359-42E7-B2AE-3DB51A0DB7B6}" type="presOf" srcId="{BCBABEBA-7676-46B0-912F-C62AA96C4A36}" destId="{88D5065E-DF75-4135-A8A8-00D5D8CCFD6B}" srcOrd="0" destOrd="2" presId="urn:microsoft.com/office/officeart/2018/2/layout/IconVerticalSolidList"/>
    <dgm:cxn modelId="{0D124FFF-4027-45F9-88CC-CFCA8C5F6E9F}" srcId="{77EF72C2-D5BC-4CA8-8059-77E6E3934D67}" destId="{ED2A8B77-B0E8-42FB-BA61-77CA7F70BD27}" srcOrd="1" destOrd="0" parTransId="{0B68A7C8-6F39-45C5-82D6-E2575B262B3D}" sibTransId="{DE5C8504-6A32-4DAE-B6B0-72805AAF8B2E}"/>
    <dgm:cxn modelId="{B9532329-C9D9-4676-B4BD-41AA6C38478A}" type="presParOf" srcId="{95C6DAB8-D2A3-45B5-9768-80AE0A7EAF82}" destId="{BB9D9B3B-E3D1-49F1-9F16-5C196C4DC31D}" srcOrd="0" destOrd="0" presId="urn:microsoft.com/office/officeart/2018/2/layout/IconVerticalSolidList"/>
    <dgm:cxn modelId="{DE0E7FFF-11B0-4390-ABBF-1184FF2FA93F}" type="presParOf" srcId="{BB9D9B3B-E3D1-49F1-9F16-5C196C4DC31D}" destId="{C7BB9C68-438A-43BA-BBEF-3E62A363C5E4}" srcOrd="0" destOrd="0" presId="urn:microsoft.com/office/officeart/2018/2/layout/IconVerticalSolidList"/>
    <dgm:cxn modelId="{9E646851-AB0F-41A3-88EC-1C4A8F45AF02}" type="presParOf" srcId="{BB9D9B3B-E3D1-49F1-9F16-5C196C4DC31D}" destId="{47694A8D-E449-4D7E-8793-7FDFB85E54AC}" srcOrd="1" destOrd="0" presId="urn:microsoft.com/office/officeart/2018/2/layout/IconVerticalSolidList"/>
    <dgm:cxn modelId="{E114EFD7-E195-4C93-BD70-9D42160F9E48}" type="presParOf" srcId="{BB9D9B3B-E3D1-49F1-9F16-5C196C4DC31D}" destId="{B356FB20-A78C-4639-BD83-1F6419E6265A}" srcOrd="2" destOrd="0" presId="urn:microsoft.com/office/officeart/2018/2/layout/IconVerticalSolidList"/>
    <dgm:cxn modelId="{7C72D6E9-B805-4B8E-B708-29D590FF9315}" type="presParOf" srcId="{BB9D9B3B-E3D1-49F1-9F16-5C196C4DC31D}" destId="{4C74AE02-C1AA-4774-A930-6F3689939CA1}" srcOrd="3" destOrd="0" presId="urn:microsoft.com/office/officeart/2018/2/layout/IconVerticalSolidList"/>
    <dgm:cxn modelId="{CB214306-8ECB-443C-BE7E-A82C00D575FF}" type="presParOf" srcId="{BB9D9B3B-E3D1-49F1-9F16-5C196C4DC31D}" destId="{BA6E984E-4E18-44D5-B92F-F7AA5D980502}" srcOrd="4" destOrd="0" presId="urn:microsoft.com/office/officeart/2018/2/layout/IconVerticalSolidList"/>
    <dgm:cxn modelId="{AE6FF3CA-528C-4457-995E-226EB305512A}" type="presParOf" srcId="{95C6DAB8-D2A3-45B5-9768-80AE0A7EAF82}" destId="{F6C4110B-1C08-4C2F-8ACB-171466EFBA42}" srcOrd="1" destOrd="0" presId="urn:microsoft.com/office/officeart/2018/2/layout/IconVerticalSolidList"/>
    <dgm:cxn modelId="{B3D18FBD-5179-404F-8217-8E3B44C9EA7F}" type="presParOf" srcId="{95C6DAB8-D2A3-45B5-9768-80AE0A7EAF82}" destId="{EF7DB974-AE95-4E91-8E53-DA7858D670D3}" srcOrd="2" destOrd="0" presId="urn:microsoft.com/office/officeart/2018/2/layout/IconVerticalSolidList"/>
    <dgm:cxn modelId="{1930E3DD-82D9-4C5D-87DC-ADD3956791FB}" type="presParOf" srcId="{EF7DB974-AE95-4E91-8E53-DA7858D670D3}" destId="{49FC6E00-246F-4425-893D-7BA089626B1D}" srcOrd="0" destOrd="0" presId="urn:microsoft.com/office/officeart/2018/2/layout/IconVerticalSolidList"/>
    <dgm:cxn modelId="{8CBD22EF-893C-48A1-BFA4-F8887501BEF8}" type="presParOf" srcId="{EF7DB974-AE95-4E91-8E53-DA7858D670D3}" destId="{4B1C34BD-D9E1-4768-923E-935C74406590}" srcOrd="1" destOrd="0" presId="urn:microsoft.com/office/officeart/2018/2/layout/IconVerticalSolidList"/>
    <dgm:cxn modelId="{2D5E5665-83F2-4F4C-A9FA-54C4088C953C}" type="presParOf" srcId="{EF7DB974-AE95-4E91-8E53-DA7858D670D3}" destId="{83328AC9-6C1E-4F81-9BA9-48087ADAD8C4}" srcOrd="2" destOrd="0" presId="urn:microsoft.com/office/officeart/2018/2/layout/IconVerticalSolidList"/>
    <dgm:cxn modelId="{3304E53F-1AB3-46F6-AD1D-656AD35A166C}" type="presParOf" srcId="{EF7DB974-AE95-4E91-8E53-DA7858D670D3}" destId="{A5E3BC90-011F-4C54-A4CD-E14ADDCDAC59}" srcOrd="3" destOrd="0" presId="urn:microsoft.com/office/officeart/2018/2/layout/IconVerticalSolidList"/>
    <dgm:cxn modelId="{A84217FD-6594-4775-9A0B-A760F3FAF8E5}" type="presParOf" srcId="{EF7DB974-AE95-4E91-8E53-DA7858D670D3}" destId="{C7E16153-61C6-4EB6-9895-3E8B49326C0A}" srcOrd="4" destOrd="0" presId="urn:microsoft.com/office/officeart/2018/2/layout/IconVerticalSolidList"/>
    <dgm:cxn modelId="{4061EF02-885E-479F-B7A5-6B149673C910}" type="presParOf" srcId="{95C6DAB8-D2A3-45B5-9768-80AE0A7EAF82}" destId="{16217847-EC19-41A4-A7D4-9228F1FF99B4}" srcOrd="3" destOrd="0" presId="urn:microsoft.com/office/officeart/2018/2/layout/IconVerticalSolidList"/>
    <dgm:cxn modelId="{28570725-560D-47C7-AF0C-840635299E31}" type="presParOf" srcId="{95C6DAB8-D2A3-45B5-9768-80AE0A7EAF82}" destId="{9D6A0954-0CFA-47F8-9A08-B9E60A8D09A4}" srcOrd="4" destOrd="0" presId="urn:microsoft.com/office/officeart/2018/2/layout/IconVerticalSolidList"/>
    <dgm:cxn modelId="{61D136CC-F1E3-4597-A85E-FC6D54938DC1}" type="presParOf" srcId="{9D6A0954-0CFA-47F8-9A08-B9E60A8D09A4}" destId="{64E631A3-CD54-4BC2-A7A2-0D5D61562AAA}" srcOrd="0" destOrd="0" presId="urn:microsoft.com/office/officeart/2018/2/layout/IconVerticalSolidList"/>
    <dgm:cxn modelId="{405018F6-ACB5-434D-8A01-CA3799156AD9}" type="presParOf" srcId="{9D6A0954-0CFA-47F8-9A08-B9E60A8D09A4}" destId="{58EBF1F2-95F5-4149-8DAB-A0D6230A1A78}" srcOrd="1" destOrd="0" presId="urn:microsoft.com/office/officeart/2018/2/layout/IconVerticalSolidList"/>
    <dgm:cxn modelId="{EB0621DA-6529-4161-A842-93DB9D9ED962}" type="presParOf" srcId="{9D6A0954-0CFA-47F8-9A08-B9E60A8D09A4}" destId="{B51C6AD0-5244-4449-A658-87C59F1F5BCB}" srcOrd="2" destOrd="0" presId="urn:microsoft.com/office/officeart/2018/2/layout/IconVerticalSolidList"/>
    <dgm:cxn modelId="{753D4640-BA9B-4A43-B7C0-66331F01CABF}" type="presParOf" srcId="{9D6A0954-0CFA-47F8-9A08-B9E60A8D09A4}" destId="{010C7644-1822-4B05-BE00-D4787C73FCBD}" srcOrd="3" destOrd="0" presId="urn:microsoft.com/office/officeart/2018/2/layout/IconVerticalSolidList"/>
    <dgm:cxn modelId="{40C4BC2A-92CD-4E08-A1A6-45F49CCF8398}" type="presParOf" srcId="{9D6A0954-0CFA-47F8-9A08-B9E60A8D09A4}" destId="{88D5065E-DF75-4135-A8A8-00D5D8CCFD6B}" srcOrd="4" destOrd="0" presId="urn:microsoft.com/office/officeart/2018/2/layout/IconVerticalSolidList"/>
    <dgm:cxn modelId="{E3738421-760F-4E27-B885-09F60DFBB088}" type="presParOf" srcId="{95C6DAB8-D2A3-45B5-9768-80AE0A7EAF82}" destId="{EEF370B7-A3C0-4D94-B7A4-DB538ECA488D}" srcOrd="5" destOrd="0" presId="urn:microsoft.com/office/officeart/2018/2/layout/IconVerticalSolidList"/>
    <dgm:cxn modelId="{4929D901-DF9C-47F7-B85F-A76F8EBE1D90}" type="presParOf" srcId="{95C6DAB8-D2A3-45B5-9768-80AE0A7EAF82}" destId="{23E86F8B-7A96-4423-8B86-65C43AFD8991}" srcOrd="6" destOrd="0" presId="urn:microsoft.com/office/officeart/2018/2/layout/IconVerticalSolidList"/>
    <dgm:cxn modelId="{23E849B8-1959-491D-AD87-FB0D0007A523}" type="presParOf" srcId="{23E86F8B-7A96-4423-8B86-65C43AFD8991}" destId="{96CCDA75-D34E-419F-B54B-760C3DB52168}" srcOrd="0" destOrd="0" presId="urn:microsoft.com/office/officeart/2018/2/layout/IconVerticalSolidList"/>
    <dgm:cxn modelId="{99938ECA-DAE2-4476-BF22-7C428F3D4AA2}" type="presParOf" srcId="{23E86F8B-7A96-4423-8B86-65C43AFD8991}" destId="{D0E70EAA-0236-4CD5-BE90-BDE0EC589AE2}" srcOrd="1" destOrd="0" presId="urn:microsoft.com/office/officeart/2018/2/layout/IconVerticalSolidList"/>
    <dgm:cxn modelId="{71DBC862-0CF7-4109-84BF-177804F16DC3}" type="presParOf" srcId="{23E86F8B-7A96-4423-8B86-65C43AFD8991}" destId="{8F3DAD13-879E-4CC9-98AE-0AE633C3F6C6}" srcOrd="2" destOrd="0" presId="urn:microsoft.com/office/officeart/2018/2/layout/IconVerticalSolidList"/>
    <dgm:cxn modelId="{01F899FC-51CF-448C-AEFF-1576CBBCCE4C}" type="presParOf" srcId="{23E86F8B-7A96-4423-8B86-65C43AFD8991}" destId="{D6E1FC0B-4D86-49BC-95CA-4A791BF648C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E62BB6-8203-428C-BB57-7E0DEDD7F92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E9F4F9C-688E-45CB-B30C-00C1A94FE153}">
      <dgm:prSet/>
      <dgm:spPr/>
      <dgm:t>
        <a:bodyPr/>
        <a:lstStyle/>
        <a:p>
          <a:r>
            <a:rPr lang="en-US"/>
            <a:t>Things to be studied in the feasibility study:</a:t>
          </a:r>
        </a:p>
      </dgm:t>
    </dgm:pt>
    <dgm:pt modelId="{8D013AB0-6359-4F58-B86B-2AE4442D494C}" type="parTrans" cxnId="{8614FF31-BA07-494F-AE2B-74A9A5D9562C}">
      <dgm:prSet/>
      <dgm:spPr/>
      <dgm:t>
        <a:bodyPr/>
        <a:lstStyle/>
        <a:p>
          <a:endParaRPr lang="en-US"/>
        </a:p>
      </dgm:t>
    </dgm:pt>
    <dgm:pt modelId="{EE4CEFCE-C77A-4A6C-99EA-2C34BD5121B3}" type="sibTrans" cxnId="{8614FF31-BA07-494F-AE2B-74A9A5D9562C}">
      <dgm:prSet/>
      <dgm:spPr/>
      <dgm:t>
        <a:bodyPr/>
        <a:lstStyle/>
        <a:p>
          <a:endParaRPr lang="en-US"/>
        </a:p>
      </dgm:t>
    </dgm:pt>
    <dgm:pt modelId="{528FCA8E-6C12-4014-A673-A1F24AC5DE5A}">
      <dgm:prSet/>
      <dgm:spPr/>
      <dgm:t>
        <a:bodyPr/>
        <a:lstStyle/>
        <a:p>
          <a:r>
            <a:rPr lang="en-US"/>
            <a:t>The present organizational system</a:t>
          </a:r>
        </a:p>
      </dgm:t>
    </dgm:pt>
    <dgm:pt modelId="{EA0B4312-D9F4-43BE-9B8D-56E7BBCD415C}" type="parTrans" cxnId="{74B718CC-AAF8-46A7-BD72-BE1291AEEB01}">
      <dgm:prSet/>
      <dgm:spPr/>
      <dgm:t>
        <a:bodyPr/>
        <a:lstStyle/>
        <a:p>
          <a:endParaRPr lang="en-US"/>
        </a:p>
      </dgm:t>
    </dgm:pt>
    <dgm:pt modelId="{0BB5D5CE-CD8C-4947-81D9-20AC0D8CF396}" type="sibTrans" cxnId="{74B718CC-AAF8-46A7-BD72-BE1291AEEB01}">
      <dgm:prSet/>
      <dgm:spPr/>
      <dgm:t>
        <a:bodyPr/>
        <a:lstStyle/>
        <a:p>
          <a:endParaRPr lang="en-US"/>
        </a:p>
      </dgm:t>
    </dgm:pt>
    <dgm:pt modelId="{455FA29E-21B8-424A-8FED-FA858AFF2159}">
      <dgm:prSet/>
      <dgm:spPr/>
      <dgm:t>
        <a:bodyPr/>
        <a:lstStyle/>
        <a:p>
          <a:r>
            <a:rPr lang="en-US"/>
            <a:t>Stakeholders, users, policies, functions, objectives,...</a:t>
          </a:r>
        </a:p>
      </dgm:t>
    </dgm:pt>
    <dgm:pt modelId="{F5BAEDB0-38BC-4C27-A863-8930DBD6AC23}" type="parTrans" cxnId="{CB5FAB77-D7CE-4718-A3F4-408842F5330D}">
      <dgm:prSet/>
      <dgm:spPr/>
      <dgm:t>
        <a:bodyPr/>
        <a:lstStyle/>
        <a:p>
          <a:endParaRPr lang="en-US"/>
        </a:p>
      </dgm:t>
    </dgm:pt>
    <dgm:pt modelId="{6278FF0B-2138-4624-B75E-726EAD978269}" type="sibTrans" cxnId="{CB5FAB77-D7CE-4718-A3F4-408842F5330D}">
      <dgm:prSet/>
      <dgm:spPr/>
      <dgm:t>
        <a:bodyPr/>
        <a:lstStyle/>
        <a:p>
          <a:endParaRPr lang="en-US"/>
        </a:p>
      </dgm:t>
    </dgm:pt>
    <dgm:pt modelId="{463AADA1-B698-4BDC-92CA-C030A46BD782}">
      <dgm:prSet/>
      <dgm:spPr/>
      <dgm:t>
        <a:bodyPr/>
        <a:lstStyle/>
        <a:p>
          <a:r>
            <a:rPr lang="en-US"/>
            <a:t>Problems with the present system</a:t>
          </a:r>
        </a:p>
      </dgm:t>
    </dgm:pt>
    <dgm:pt modelId="{7994068E-9F7C-4C92-A30A-9C07C2AE684F}" type="parTrans" cxnId="{5B762361-EE6A-40A7-A7E3-449118547285}">
      <dgm:prSet/>
      <dgm:spPr/>
      <dgm:t>
        <a:bodyPr/>
        <a:lstStyle/>
        <a:p>
          <a:endParaRPr lang="en-US"/>
        </a:p>
      </dgm:t>
    </dgm:pt>
    <dgm:pt modelId="{2DFA43F5-2A71-433B-A77A-095F60DD59F0}" type="sibTrans" cxnId="{5B762361-EE6A-40A7-A7E3-449118547285}">
      <dgm:prSet/>
      <dgm:spPr/>
      <dgm:t>
        <a:bodyPr/>
        <a:lstStyle/>
        <a:p>
          <a:endParaRPr lang="en-US"/>
        </a:p>
      </dgm:t>
    </dgm:pt>
    <dgm:pt modelId="{2199618E-E8E5-4093-A7C6-05C47065DE08}">
      <dgm:prSet/>
      <dgm:spPr/>
      <dgm:t>
        <a:bodyPr/>
        <a:lstStyle/>
        <a:p>
          <a:r>
            <a:rPr lang="en-US"/>
            <a:t>inconsistencies, inadequacies in functionality, performance,…</a:t>
          </a:r>
        </a:p>
      </dgm:t>
    </dgm:pt>
    <dgm:pt modelId="{A347ED7B-8183-406C-A0E0-85F091461BE7}" type="parTrans" cxnId="{AB67D183-FF45-4D9A-B894-DECBDEB786A3}">
      <dgm:prSet/>
      <dgm:spPr/>
      <dgm:t>
        <a:bodyPr/>
        <a:lstStyle/>
        <a:p>
          <a:endParaRPr lang="en-US"/>
        </a:p>
      </dgm:t>
    </dgm:pt>
    <dgm:pt modelId="{CF2D868D-C87D-47ED-A729-FB3C097A860D}" type="sibTrans" cxnId="{AB67D183-FF45-4D9A-B894-DECBDEB786A3}">
      <dgm:prSet/>
      <dgm:spPr/>
      <dgm:t>
        <a:bodyPr/>
        <a:lstStyle/>
        <a:p>
          <a:endParaRPr lang="en-US"/>
        </a:p>
      </dgm:t>
    </dgm:pt>
    <dgm:pt modelId="{20CD89FD-CBF9-4D6C-B7FC-17445B9324B9}">
      <dgm:prSet/>
      <dgm:spPr/>
      <dgm:t>
        <a:bodyPr/>
        <a:lstStyle/>
        <a:p>
          <a:r>
            <a:rPr lang="en-US"/>
            <a:t>Goals and other requirements for the new system</a:t>
          </a:r>
        </a:p>
      </dgm:t>
    </dgm:pt>
    <dgm:pt modelId="{421E6986-B6D4-4EA9-A61A-E320634B5949}" type="parTrans" cxnId="{A67FD9EC-E180-4090-8222-FC12A5F163E0}">
      <dgm:prSet/>
      <dgm:spPr/>
      <dgm:t>
        <a:bodyPr/>
        <a:lstStyle/>
        <a:p>
          <a:endParaRPr lang="en-US"/>
        </a:p>
      </dgm:t>
    </dgm:pt>
    <dgm:pt modelId="{8D63DC73-FF89-428B-A5E1-2AF8E0F701B3}" type="sibTrans" cxnId="{A67FD9EC-E180-4090-8222-FC12A5F163E0}">
      <dgm:prSet/>
      <dgm:spPr/>
      <dgm:t>
        <a:bodyPr/>
        <a:lstStyle/>
        <a:p>
          <a:endParaRPr lang="en-US"/>
        </a:p>
      </dgm:t>
    </dgm:pt>
    <dgm:pt modelId="{2B9E4683-3C42-4FAE-94D9-B7086FB172F9}">
      <dgm:prSet/>
      <dgm:spPr/>
      <dgm:t>
        <a:bodyPr/>
        <a:lstStyle/>
        <a:p>
          <a:r>
            <a:rPr lang="en-US"/>
            <a:t>Which problem(s) need to be solved?</a:t>
          </a:r>
        </a:p>
      </dgm:t>
    </dgm:pt>
    <dgm:pt modelId="{9A4ED99A-AE40-437E-82BA-21D5C5D239C8}" type="parTrans" cxnId="{A670C793-2811-4CE6-8A11-976CC16B2B45}">
      <dgm:prSet/>
      <dgm:spPr/>
      <dgm:t>
        <a:bodyPr/>
        <a:lstStyle/>
        <a:p>
          <a:endParaRPr lang="en-US"/>
        </a:p>
      </dgm:t>
    </dgm:pt>
    <dgm:pt modelId="{B3253725-ABA1-4176-A507-03F356135DD8}" type="sibTrans" cxnId="{A670C793-2811-4CE6-8A11-976CC16B2B45}">
      <dgm:prSet/>
      <dgm:spPr/>
      <dgm:t>
        <a:bodyPr/>
        <a:lstStyle/>
        <a:p>
          <a:endParaRPr lang="en-US"/>
        </a:p>
      </dgm:t>
    </dgm:pt>
    <dgm:pt modelId="{1C15E3B9-1F5B-45A4-867B-50537D442421}">
      <dgm:prSet/>
      <dgm:spPr/>
      <dgm:t>
        <a:bodyPr/>
        <a:lstStyle/>
        <a:p>
          <a:r>
            <a:rPr lang="en-US"/>
            <a:t>What would the stakeholders like to achieve?</a:t>
          </a:r>
        </a:p>
      </dgm:t>
    </dgm:pt>
    <dgm:pt modelId="{76495CC6-9167-4A3D-AAEE-58D2BC267834}" type="parTrans" cxnId="{DE8CCF38-32F4-48AA-A197-880417E05572}">
      <dgm:prSet/>
      <dgm:spPr/>
      <dgm:t>
        <a:bodyPr/>
        <a:lstStyle/>
        <a:p>
          <a:endParaRPr lang="en-US"/>
        </a:p>
      </dgm:t>
    </dgm:pt>
    <dgm:pt modelId="{F3F82A30-0492-43A0-8176-AD91BAA5EA40}" type="sibTrans" cxnId="{DE8CCF38-32F4-48AA-A197-880417E05572}">
      <dgm:prSet/>
      <dgm:spPr/>
      <dgm:t>
        <a:bodyPr/>
        <a:lstStyle/>
        <a:p>
          <a:endParaRPr lang="en-US"/>
        </a:p>
      </dgm:t>
    </dgm:pt>
    <dgm:pt modelId="{98A8E60B-4C34-4369-AB20-A0468E2A8C5A}">
      <dgm:prSet/>
      <dgm:spPr/>
      <dgm:t>
        <a:bodyPr/>
        <a:lstStyle/>
        <a:p>
          <a:r>
            <a:rPr lang="en-US"/>
            <a:t>Constraints</a:t>
          </a:r>
        </a:p>
      </dgm:t>
    </dgm:pt>
    <dgm:pt modelId="{45E54F65-63FC-4A9D-A336-6A950B57EC97}" type="parTrans" cxnId="{35853F62-7C2F-4E1B-91F6-19E3C0DDDF62}">
      <dgm:prSet/>
      <dgm:spPr/>
      <dgm:t>
        <a:bodyPr/>
        <a:lstStyle/>
        <a:p>
          <a:endParaRPr lang="en-US"/>
        </a:p>
      </dgm:t>
    </dgm:pt>
    <dgm:pt modelId="{9B4F4875-833A-48DF-8929-D2112E4A2346}" type="sibTrans" cxnId="{35853F62-7C2F-4E1B-91F6-19E3C0DDDF62}">
      <dgm:prSet/>
      <dgm:spPr/>
      <dgm:t>
        <a:bodyPr/>
        <a:lstStyle/>
        <a:p>
          <a:endParaRPr lang="en-US"/>
        </a:p>
      </dgm:t>
    </dgm:pt>
    <dgm:pt modelId="{7963E11A-AF7B-4695-ACEF-5149B7885EAE}">
      <dgm:prSet/>
      <dgm:spPr/>
      <dgm:t>
        <a:bodyPr/>
        <a:lstStyle/>
        <a:p>
          <a:r>
            <a:rPr lang="en-US"/>
            <a:t>including nonfunctional requirements on the system (preliminary pass)</a:t>
          </a:r>
        </a:p>
      </dgm:t>
    </dgm:pt>
    <dgm:pt modelId="{73A5BADF-6475-4592-8859-02B991551A53}" type="parTrans" cxnId="{9AE1EE87-F1C7-4785-8876-4340759D6090}">
      <dgm:prSet/>
      <dgm:spPr/>
      <dgm:t>
        <a:bodyPr/>
        <a:lstStyle/>
        <a:p>
          <a:endParaRPr lang="en-US"/>
        </a:p>
      </dgm:t>
    </dgm:pt>
    <dgm:pt modelId="{7AD6FEBC-046A-4E10-8338-4BBB044EE781}" type="sibTrans" cxnId="{9AE1EE87-F1C7-4785-8876-4340759D6090}">
      <dgm:prSet/>
      <dgm:spPr/>
      <dgm:t>
        <a:bodyPr/>
        <a:lstStyle/>
        <a:p>
          <a:endParaRPr lang="en-US"/>
        </a:p>
      </dgm:t>
    </dgm:pt>
    <dgm:pt modelId="{4DE7E921-5C20-4DFD-A011-DC8EFD70B7B7}">
      <dgm:prSet/>
      <dgm:spPr/>
      <dgm:t>
        <a:bodyPr/>
        <a:lstStyle/>
        <a:p>
          <a:r>
            <a:rPr lang="en-US"/>
            <a:t>Possible alternatives</a:t>
          </a:r>
        </a:p>
      </dgm:t>
    </dgm:pt>
    <dgm:pt modelId="{6D6EB500-5006-41D4-94AF-EF716B35328B}" type="parTrans" cxnId="{43389922-BF46-4EED-8314-20D4F91C1044}">
      <dgm:prSet/>
      <dgm:spPr/>
      <dgm:t>
        <a:bodyPr/>
        <a:lstStyle/>
        <a:p>
          <a:endParaRPr lang="en-US"/>
        </a:p>
      </dgm:t>
    </dgm:pt>
    <dgm:pt modelId="{A6839199-C646-4CC2-8254-672153A858BA}" type="sibTrans" cxnId="{43389922-BF46-4EED-8314-20D4F91C1044}">
      <dgm:prSet/>
      <dgm:spPr/>
      <dgm:t>
        <a:bodyPr/>
        <a:lstStyle/>
        <a:p>
          <a:endParaRPr lang="en-US"/>
        </a:p>
      </dgm:t>
    </dgm:pt>
    <dgm:pt modelId="{32FD9161-6B83-4352-AFC2-4626DE6B43BB}">
      <dgm:prSet/>
      <dgm:spPr/>
      <dgm:t>
        <a:bodyPr/>
        <a:lstStyle/>
        <a:p>
          <a:r>
            <a:rPr lang="en-US"/>
            <a:t>“Sticking with the current system” is always an alternative</a:t>
          </a:r>
        </a:p>
      </dgm:t>
    </dgm:pt>
    <dgm:pt modelId="{D8FA9922-DAD3-4205-92B7-BAF17176F845}" type="parTrans" cxnId="{6DA0DFF9-FB90-4ABE-9744-D253811E9099}">
      <dgm:prSet/>
      <dgm:spPr/>
      <dgm:t>
        <a:bodyPr/>
        <a:lstStyle/>
        <a:p>
          <a:endParaRPr lang="en-US"/>
        </a:p>
      </dgm:t>
    </dgm:pt>
    <dgm:pt modelId="{3E206359-EA27-4ECA-8D54-03515CA9A1CC}" type="sibTrans" cxnId="{6DA0DFF9-FB90-4ABE-9744-D253811E9099}">
      <dgm:prSet/>
      <dgm:spPr/>
      <dgm:t>
        <a:bodyPr/>
        <a:lstStyle/>
        <a:p>
          <a:endParaRPr lang="en-US"/>
        </a:p>
      </dgm:t>
    </dgm:pt>
    <dgm:pt modelId="{ED046518-837C-4EC2-86A7-FCB2141F2072}">
      <dgm:prSet/>
      <dgm:spPr/>
      <dgm:t>
        <a:bodyPr/>
        <a:lstStyle/>
        <a:p>
          <a:r>
            <a:rPr lang="en-US"/>
            <a:t>Different business processes for solving the problems</a:t>
          </a:r>
        </a:p>
      </dgm:t>
    </dgm:pt>
    <dgm:pt modelId="{1DA10985-C491-4DD2-BC4B-CDD456C2939A}" type="parTrans" cxnId="{E96B7E84-2948-49DB-87BE-B9284AB3F9E6}">
      <dgm:prSet/>
      <dgm:spPr/>
      <dgm:t>
        <a:bodyPr/>
        <a:lstStyle/>
        <a:p>
          <a:endParaRPr lang="en-US"/>
        </a:p>
      </dgm:t>
    </dgm:pt>
    <dgm:pt modelId="{0EE71426-CE72-450F-9FB8-AE834030F110}" type="sibTrans" cxnId="{E96B7E84-2948-49DB-87BE-B9284AB3F9E6}">
      <dgm:prSet/>
      <dgm:spPr/>
      <dgm:t>
        <a:bodyPr/>
        <a:lstStyle/>
        <a:p>
          <a:endParaRPr lang="en-US"/>
        </a:p>
      </dgm:t>
    </dgm:pt>
    <dgm:pt modelId="{1883F9B3-7DEE-478C-B3BE-6C20EF1D2EFE}">
      <dgm:prSet/>
      <dgm:spPr/>
      <dgm:t>
        <a:bodyPr/>
        <a:lstStyle/>
        <a:p>
          <a:r>
            <a:rPr lang="en-US"/>
            <a:t>Different levels/types of computerization for the solutions</a:t>
          </a:r>
        </a:p>
      </dgm:t>
    </dgm:pt>
    <dgm:pt modelId="{44C7C316-35ED-4275-B70F-7119DB7071DA}" type="parTrans" cxnId="{073E9AB0-53EC-4D75-AE6A-5B7E1F81D925}">
      <dgm:prSet/>
      <dgm:spPr/>
      <dgm:t>
        <a:bodyPr/>
        <a:lstStyle/>
        <a:p>
          <a:endParaRPr lang="en-US"/>
        </a:p>
      </dgm:t>
    </dgm:pt>
    <dgm:pt modelId="{E55DC7A0-C9A5-4CD3-AFB8-F6B26FEBE708}" type="sibTrans" cxnId="{073E9AB0-53EC-4D75-AE6A-5B7E1F81D925}">
      <dgm:prSet/>
      <dgm:spPr/>
      <dgm:t>
        <a:bodyPr/>
        <a:lstStyle/>
        <a:p>
          <a:endParaRPr lang="en-US"/>
        </a:p>
      </dgm:t>
    </dgm:pt>
    <dgm:pt modelId="{965EDA5B-1A13-47B6-9434-0D1BA8951C3B}">
      <dgm:prSet/>
      <dgm:spPr/>
      <dgm:t>
        <a:bodyPr/>
        <a:lstStyle/>
        <a:p>
          <a:r>
            <a:rPr lang="en-US"/>
            <a:t>Advantages and disadvantages of the alternatives</a:t>
          </a:r>
        </a:p>
      </dgm:t>
    </dgm:pt>
    <dgm:pt modelId="{7CB20F68-550B-49BE-B532-424B9E5311F8}" type="parTrans" cxnId="{798CC7BC-FE5E-4CD4-AFFC-B586AA830A68}">
      <dgm:prSet/>
      <dgm:spPr/>
      <dgm:t>
        <a:bodyPr/>
        <a:lstStyle/>
        <a:p>
          <a:endParaRPr lang="en-US"/>
        </a:p>
      </dgm:t>
    </dgm:pt>
    <dgm:pt modelId="{4B39B64F-9EB8-4CAC-8122-D23EADFD48E0}" type="sibTrans" cxnId="{798CC7BC-FE5E-4CD4-AFFC-B586AA830A68}">
      <dgm:prSet/>
      <dgm:spPr/>
      <dgm:t>
        <a:bodyPr/>
        <a:lstStyle/>
        <a:p>
          <a:endParaRPr lang="en-US"/>
        </a:p>
      </dgm:t>
    </dgm:pt>
    <dgm:pt modelId="{D69A8DE9-8AE5-43B9-9AD0-521CAC776535}">
      <dgm:prSet/>
      <dgm:spPr/>
      <dgm:t>
        <a:bodyPr/>
        <a:lstStyle/>
        <a:p>
          <a:r>
            <a:rPr lang="en-US"/>
            <a:t>Things to conclude:</a:t>
          </a:r>
        </a:p>
      </dgm:t>
    </dgm:pt>
    <dgm:pt modelId="{6387A074-4F3C-4570-B031-5BBCDB6D1E03}" type="parTrans" cxnId="{7D02D508-2B6D-47F0-853F-444E8652D776}">
      <dgm:prSet/>
      <dgm:spPr/>
      <dgm:t>
        <a:bodyPr/>
        <a:lstStyle/>
        <a:p>
          <a:endParaRPr lang="en-US"/>
        </a:p>
      </dgm:t>
    </dgm:pt>
    <dgm:pt modelId="{3D356273-CAB9-4CBD-BF1B-E7595901210F}" type="sibTrans" cxnId="{7D02D508-2B6D-47F0-853F-444E8652D776}">
      <dgm:prSet/>
      <dgm:spPr/>
      <dgm:t>
        <a:bodyPr/>
        <a:lstStyle/>
        <a:p>
          <a:endParaRPr lang="en-US"/>
        </a:p>
      </dgm:t>
    </dgm:pt>
    <dgm:pt modelId="{E1986E82-8656-40E0-8F18-201D7A89D9AD}">
      <dgm:prSet/>
      <dgm:spPr/>
      <dgm:t>
        <a:bodyPr/>
        <a:lstStyle/>
        <a:p>
          <a:r>
            <a:rPr lang="en-US"/>
            <a:t>Feasibility of the project</a:t>
          </a:r>
        </a:p>
      </dgm:t>
    </dgm:pt>
    <dgm:pt modelId="{AB948A30-4C3A-4104-AD70-37DF18FC1A54}" type="parTrans" cxnId="{E72D4326-FFC4-46AA-B613-89C8D68889AC}">
      <dgm:prSet/>
      <dgm:spPr/>
      <dgm:t>
        <a:bodyPr/>
        <a:lstStyle/>
        <a:p>
          <a:endParaRPr lang="en-US"/>
        </a:p>
      </dgm:t>
    </dgm:pt>
    <dgm:pt modelId="{E338027A-A784-4EA2-AA21-F4899FCC22B6}" type="sibTrans" cxnId="{E72D4326-FFC4-46AA-B613-89C8D68889AC}">
      <dgm:prSet/>
      <dgm:spPr/>
      <dgm:t>
        <a:bodyPr/>
        <a:lstStyle/>
        <a:p>
          <a:endParaRPr lang="en-US"/>
        </a:p>
      </dgm:t>
    </dgm:pt>
    <dgm:pt modelId="{7D48244F-8031-4883-A669-4218401FF743}">
      <dgm:prSet/>
      <dgm:spPr/>
      <dgm:t>
        <a:bodyPr/>
        <a:lstStyle/>
        <a:p>
          <a:r>
            <a:rPr lang="en-US"/>
            <a:t>The preferred alternative.</a:t>
          </a:r>
        </a:p>
      </dgm:t>
    </dgm:pt>
    <dgm:pt modelId="{5466788D-57E7-488D-939A-A79A1D0FD4AC}" type="parTrans" cxnId="{1F1C7C5D-6C5E-42D1-AA1A-C217BC33CA6E}">
      <dgm:prSet/>
      <dgm:spPr/>
      <dgm:t>
        <a:bodyPr/>
        <a:lstStyle/>
        <a:p>
          <a:endParaRPr lang="en-US"/>
        </a:p>
      </dgm:t>
    </dgm:pt>
    <dgm:pt modelId="{8592BA3F-9F02-490F-9F66-D5C9F4F8D033}" type="sibTrans" cxnId="{1F1C7C5D-6C5E-42D1-AA1A-C217BC33CA6E}">
      <dgm:prSet/>
      <dgm:spPr/>
      <dgm:t>
        <a:bodyPr/>
        <a:lstStyle/>
        <a:p>
          <a:endParaRPr lang="en-US"/>
        </a:p>
      </dgm:t>
    </dgm:pt>
    <dgm:pt modelId="{77C4FD71-2381-441A-AA9C-20D1E77B5F0A}" type="pres">
      <dgm:prSet presAssocID="{81E62BB6-8203-428C-BB57-7E0DEDD7F926}" presName="linear" presStyleCnt="0">
        <dgm:presLayoutVars>
          <dgm:animLvl val="lvl"/>
          <dgm:resizeHandles val="exact"/>
        </dgm:presLayoutVars>
      </dgm:prSet>
      <dgm:spPr/>
    </dgm:pt>
    <dgm:pt modelId="{2F3FFE0B-5683-4769-AD18-D0D1D9A244C1}" type="pres">
      <dgm:prSet presAssocID="{CE9F4F9C-688E-45CB-B30C-00C1A94FE15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4466846-5ABC-4785-B86B-8957725E9FA1}" type="pres">
      <dgm:prSet presAssocID="{CE9F4F9C-688E-45CB-B30C-00C1A94FE153}" presName="childText" presStyleLbl="revTx" presStyleIdx="0" presStyleCnt="2">
        <dgm:presLayoutVars>
          <dgm:bulletEnabled val="1"/>
        </dgm:presLayoutVars>
      </dgm:prSet>
      <dgm:spPr/>
    </dgm:pt>
    <dgm:pt modelId="{79F6BCA6-7343-4C64-9BB4-80CEC2963FA8}" type="pres">
      <dgm:prSet presAssocID="{D69A8DE9-8AE5-43B9-9AD0-521CAC77653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D9D6E61-9F8B-42E7-9EBA-11270D90B7BE}" type="pres">
      <dgm:prSet presAssocID="{D69A8DE9-8AE5-43B9-9AD0-521CAC77653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590D4200-8071-471B-B4CD-3BC6416833D9}" type="presOf" srcId="{D69A8DE9-8AE5-43B9-9AD0-521CAC776535}" destId="{79F6BCA6-7343-4C64-9BB4-80CEC2963FA8}" srcOrd="0" destOrd="0" presId="urn:microsoft.com/office/officeart/2005/8/layout/vList2"/>
    <dgm:cxn modelId="{7D02D508-2B6D-47F0-853F-444E8652D776}" srcId="{81E62BB6-8203-428C-BB57-7E0DEDD7F926}" destId="{D69A8DE9-8AE5-43B9-9AD0-521CAC776535}" srcOrd="1" destOrd="0" parTransId="{6387A074-4F3C-4570-B031-5BBCDB6D1E03}" sibTransId="{3D356273-CAB9-4CBD-BF1B-E7595901210F}"/>
    <dgm:cxn modelId="{6D9D0011-21B5-4884-A39A-D876AC6F84E2}" type="presOf" srcId="{4DE7E921-5C20-4DFD-A011-DC8EFD70B7B7}" destId="{04466846-5ABC-4785-B86B-8957725E9FA1}" srcOrd="0" destOrd="9" presId="urn:microsoft.com/office/officeart/2005/8/layout/vList2"/>
    <dgm:cxn modelId="{7306A319-4CBC-4E73-BE1E-D0BDD1B5E552}" type="presOf" srcId="{2199618E-E8E5-4093-A7C6-05C47065DE08}" destId="{04466846-5ABC-4785-B86B-8957725E9FA1}" srcOrd="0" destOrd="3" presId="urn:microsoft.com/office/officeart/2005/8/layout/vList2"/>
    <dgm:cxn modelId="{B675311B-579A-448B-A367-ED527D18A2A6}" type="presOf" srcId="{463AADA1-B698-4BDC-92CA-C030A46BD782}" destId="{04466846-5ABC-4785-B86B-8957725E9FA1}" srcOrd="0" destOrd="2" presId="urn:microsoft.com/office/officeart/2005/8/layout/vList2"/>
    <dgm:cxn modelId="{0C437E1F-9D1F-4632-B97A-F5348D9BBB20}" type="presOf" srcId="{455FA29E-21B8-424A-8FED-FA858AFF2159}" destId="{04466846-5ABC-4785-B86B-8957725E9FA1}" srcOrd="0" destOrd="1" presId="urn:microsoft.com/office/officeart/2005/8/layout/vList2"/>
    <dgm:cxn modelId="{43389922-BF46-4EED-8314-20D4F91C1044}" srcId="{CE9F4F9C-688E-45CB-B30C-00C1A94FE153}" destId="{4DE7E921-5C20-4DFD-A011-DC8EFD70B7B7}" srcOrd="4" destOrd="0" parTransId="{6D6EB500-5006-41D4-94AF-EF716B35328B}" sibTransId="{A6839199-C646-4CC2-8254-672153A858BA}"/>
    <dgm:cxn modelId="{E72D4326-FFC4-46AA-B613-89C8D68889AC}" srcId="{D69A8DE9-8AE5-43B9-9AD0-521CAC776535}" destId="{E1986E82-8656-40E0-8F18-201D7A89D9AD}" srcOrd="0" destOrd="0" parTransId="{AB948A30-4C3A-4104-AD70-37DF18FC1A54}" sibTransId="{E338027A-A784-4EA2-AA21-F4899FCC22B6}"/>
    <dgm:cxn modelId="{8614FF31-BA07-494F-AE2B-74A9A5D9562C}" srcId="{81E62BB6-8203-428C-BB57-7E0DEDD7F926}" destId="{CE9F4F9C-688E-45CB-B30C-00C1A94FE153}" srcOrd="0" destOrd="0" parTransId="{8D013AB0-6359-4F58-B86B-2AE4442D494C}" sibTransId="{EE4CEFCE-C77A-4A6C-99EA-2C34BD5121B3}"/>
    <dgm:cxn modelId="{4FC4AD38-B467-4F72-B573-A7E5B0C511A8}" type="presOf" srcId="{2B9E4683-3C42-4FAE-94D9-B7086FB172F9}" destId="{04466846-5ABC-4785-B86B-8957725E9FA1}" srcOrd="0" destOrd="5" presId="urn:microsoft.com/office/officeart/2005/8/layout/vList2"/>
    <dgm:cxn modelId="{DE8CCF38-32F4-48AA-A197-880417E05572}" srcId="{20CD89FD-CBF9-4D6C-B7FC-17445B9324B9}" destId="{1C15E3B9-1F5B-45A4-867B-50537D442421}" srcOrd="1" destOrd="0" parTransId="{76495CC6-9167-4A3D-AAEE-58D2BC267834}" sibTransId="{F3F82A30-0492-43A0-8176-AD91BAA5EA40}"/>
    <dgm:cxn modelId="{DD56133D-E2FE-4C11-A82C-0A79D7BED9EB}" type="presOf" srcId="{ED046518-837C-4EC2-86A7-FCB2141F2072}" destId="{04466846-5ABC-4785-B86B-8957725E9FA1}" srcOrd="0" destOrd="11" presId="urn:microsoft.com/office/officeart/2005/8/layout/vList2"/>
    <dgm:cxn modelId="{1F1C7C5D-6C5E-42D1-AA1A-C217BC33CA6E}" srcId="{D69A8DE9-8AE5-43B9-9AD0-521CAC776535}" destId="{7D48244F-8031-4883-A669-4218401FF743}" srcOrd="1" destOrd="0" parTransId="{5466788D-57E7-488D-939A-A79A1D0FD4AC}" sibTransId="{8592BA3F-9F02-490F-9F66-D5C9F4F8D033}"/>
    <dgm:cxn modelId="{5B762361-EE6A-40A7-A7E3-449118547285}" srcId="{CE9F4F9C-688E-45CB-B30C-00C1A94FE153}" destId="{463AADA1-B698-4BDC-92CA-C030A46BD782}" srcOrd="1" destOrd="0" parTransId="{7994068E-9F7C-4C92-A30A-9C07C2AE684F}" sibTransId="{2DFA43F5-2A71-433B-A77A-095F60DD59F0}"/>
    <dgm:cxn modelId="{35853F62-7C2F-4E1B-91F6-19E3C0DDDF62}" srcId="{CE9F4F9C-688E-45CB-B30C-00C1A94FE153}" destId="{98A8E60B-4C34-4369-AB20-A0468E2A8C5A}" srcOrd="3" destOrd="0" parTransId="{45E54F65-63FC-4A9D-A336-6A950B57EC97}" sibTransId="{9B4F4875-833A-48DF-8929-D2112E4A2346}"/>
    <dgm:cxn modelId="{9F410548-C160-4FD5-911B-80F59D056735}" type="presOf" srcId="{7963E11A-AF7B-4695-ACEF-5149B7885EAE}" destId="{04466846-5ABC-4785-B86B-8957725E9FA1}" srcOrd="0" destOrd="8" presId="urn:microsoft.com/office/officeart/2005/8/layout/vList2"/>
    <dgm:cxn modelId="{CB5FAB77-D7CE-4718-A3F4-408842F5330D}" srcId="{528FCA8E-6C12-4014-A673-A1F24AC5DE5A}" destId="{455FA29E-21B8-424A-8FED-FA858AFF2159}" srcOrd="0" destOrd="0" parTransId="{F5BAEDB0-38BC-4C27-A863-8930DBD6AC23}" sibTransId="{6278FF0B-2138-4624-B75E-726EAD978269}"/>
    <dgm:cxn modelId="{AB67D183-FF45-4D9A-B894-DECBDEB786A3}" srcId="{463AADA1-B698-4BDC-92CA-C030A46BD782}" destId="{2199618E-E8E5-4093-A7C6-05C47065DE08}" srcOrd="0" destOrd="0" parTransId="{A347ED7B-8183-406C-A0E0-85F091461BE7}" sibTransId="{CF2D868D-C87D-47ED-A729-FB3C097A860D}"/>
    <dgm:cxn modelId="{E96B7E84-2948-49DB-87BE-B9284AB3F9E6}" srcId="{4DE7E921-5C20-4DFD-A011-DC8EFD70B7B7}" destId="{ED046518-837C-4EC2-86A7-FCB2141F2072}" srcOrd="1" destOrd="0" parTransId="{1DA10985-C491-4DD2-BC4B-CDD456C2939A}" sibTransId="{0EE71426-CE72-450F-9FB8-AE834030F110}"/>
    <dgm:cxn modelId="{9AE1EE87-F1C7-4785-8876-4340759D6090}" srcId="{98A8E60B-4C34-4369-AB20-A0468E2A8C5A}" destId="{7963E11A-AF7B-4695-ACEF-5149B7885EAE}" srcOrd="0" destOrd="0" parTransId="{73A5BADF-6475-4592-8859-02B991551A53}" sibTransId="{7AD6FEBC-046A-4E10-8338-4BBB044EE781}"/>
    <dgm:cxn modelId="{D7E85488-D9CE-4809-9825-D3EC225A7424}" type="presOf" srcId="{20CD89FD-CBF9-4D6C-B7FC-17445B9324B9}" destId="{04466846-5ABC-4785-B86B-8957725E9FA1}" srcOrd="0" destOrd="4" presId="urn:microsoft.com/office/officeart/2005/8/layout/vList2"/>
    <dgm:cxn modelId="{1A2C9388-E1FD-4362-9972-D14AAB859538}" type="presOf" srcId="{CE9F4F9C-688E-45CB-B30C-00C1A94FE153}" destId="{2F3FFE0B-5683-4769-AD18-D0D1D9A244C1}" srcOrd="0" destOrd="0" presId="urn:microsoft.com/office/officeart/2005/8/layout/vList2"/>
    <dgm:cxn modelId="{B5085F91-9430-415A-AFF7-FD9A2A8F1A81}" type="presOf" srcId="{7D48244F-8031-4883-A669-4218401FF743}" destId="{0D9D6E61-9F8B-42E7-9EBA-11270D90B7BE}" srcOrd="0" destOrd="1" presId="urn:microsoft.com/office/officeart/2005/8/layout/vList2"/>
    <dgm:cxn modelId="{A670C793-2811-4CE6-8A11-976CC16B2B45}" srcId="{20CD89FD-CBF9-4D6C-B7FC-17445B9324B9}" destId="{2B9E4683-3C42-4FAE-94D9-B7086FB172F9}" srcOrd="0" destOrd="0" parTransId="{9A4ED99A-AE40-437E-82BA-21D5C5D239C8}" sibTransId="{B3253725-ABA1-4176-A507-03F356135DD8}"/>
    <dgm:cxn modelId="{612E119D-5D47-4F43-A5CB-5EF7B5514A5E}" type="presOf" srcId="{1C15E3B9-1F5B-45A4-867B-50537D442421}" destId="{04466846-5ABC-4785-B86B-8957725E9FA1}" srcOrd="0" destOrd="6" presId="urn:microsoft.com/office/officeart/2005/8/layout/vList2"/>
    <dgm:cxn modelId="{0EF6CEAC-28DC-462F-A1EB-9705471132C0}" type="presOf" srcId="{32FD9161-6B83-4352-AFC2-4626DE6B43BB}" destId="{04466846-5ABC-4785-B86B-8957725E9FA1}" srcOrd="0" destOrd="10" presId="urn:microsoft.com/office/officeart/2005/8/layout/vList2"/>
    <dgm:cxn modelId="{073E9AB0-53EC-4D75-AE6A-5B7E1F81D925}" srcId="{4DE7E921-5C20-4DFD-A011-DC8EFD70B7B7}" destId="{1883F9B3-7DEE-478C-B3BE-6C20EF1D2EFE}" srcOrd="2" destOrd="0" parTransId="{44C7C316-35ED-4275-B70F-7119DB7071DA}" sibTransId="{E55DC7A0-C9A5-4CD3-AFB8-F6B26FEBE708}"/>
    <dgm:cxn modelId="{798CC7BC-FE5E-4CD4-AFFC-B586AA830A68}" srcId="{CE9F4F9C-688E-45CB-B30C-00C1A94FE153}" destId="{965EDA5B-1A13-47B6-9434-0D1BA8951C3B}" srcOrd="5" destOrd="0" parTransId="{7CB20F68-550B-49BE-B532-424B9E5311F8}" sibTransId="{4B39B64F-9EB8-4CAC-8122-D23EADFD48E0}"/>
    <dgm:cxn modelId="{92C1D7C6-709A-42C2-8F5A-C7EB35CA32CF}" type="presOf" srcId="{528FCA8E-6C12-4014-A673-A1F24AC5DE5A}" destId="{04466846-5ABC-4785-B86B-8957725E9FA1}" srcOrd="0" destOrd="0" presId="urn:microsoft.com/office/officeart/2005/8/layout/vList2"/>
    <dgm:cxn modelId="{74B718CC-AAF8-46A7-BD72-BE1291AEEB01}" srcId="{CE9F4F9C-688E-45CB-B30C-00C1A94FE153}" destId="{528FCA8E-6C12-4014-A673-A1F24AC5DE5A}" srcOrd="0" destOrd="0" parTransId="{EA0B4312-D9F4-43BE-9B8D-56E7BBCD415C}" sibTransId="{0BB5D5CE-CD8C-4947-81D9-20AC0D8CF396}"/>
    <dgm:cxn modelId="{B69175CE-433A-463A-8B97-A981278D3143}" type="presOf" srcId="{1883F9B3-7DEE-478C-B3BE-6C20EF1D2EFE}" destId="{04466846-5ABC-4785-B86B-8957725E9FA1}" srcOrd="0" destOrd="12" presId="urn:microsoft.com/office/officeart/2005/8/layout/vList2"/>
    <dgm:cxn modelId="{4B5888DD-EB10-4FF1-A328-5EC1459462F0}" type="presOf" srcId="{E1986E82-8656-40E0-8F18-201D7A89D9AD}" destId="{0D9D6E61-9F8B-42E7-9EBA-11270D90B7BE}" srcOrd="0" destOrd="0" presId="urn:microsoft.com/office/officeart/2005/8/layout/vList2"/>
    <dgm:cxn modelId="{CA0A13E2-8A41-4520-90F1-18DECFDB1D1E}" type="presOf" srcId="{965EDA5B-1A13-47B6-9434-0D1BA8951C3B}" destId="{04466846-5ABC-4785-B86B-8957725E9FA1}" srcOrd="0" destOrd="13" presId="urn:microsoft.com/office/officeart/2005/8/layout/vList2"/>
    <dgm:cxn modelId="{728CA7E4-F409-492A-A4CB-9AAC3752D897}" type="presOf" srcId="{98A8E60B-4C34-4369-AB20-A0468E2A8C5A}" destId="{04466846-5ABC-4785-B86B-8957725E9FA1}" srcOrd="0" destOrd="7" presId="urn:microsoft.com/office/officeart/2005/8/layout/vList2"/>
    <dgm:cxn modelId="{A67FD9EC-E180-4090-8222-FC12A5F163E0}" srcId="{CE9F4F9C-688E-45CB-B30C-00C1A94FE153}" destId="{20CD89FD-CBF9-4D6C-B7FC-17445B9324B9}" srcOrd="2" destOrd="0" parTransId="{421E6986-B6D4-4EA9-A61A-E320634B5949}" sibTransId="{8D63DC73-FF89-428B-A5E1-2AF8E0F701B3}"/>
    <dgm:cxn modelId="{6DA0DFF9-FB90-4ABE-9744-D253811E9099}" srcId="{4DE7E921-5C20-4DFD-A011-DC8EFD70B7B7}" destId="{32FD9161-6B83-4352-AFC2-4626DE6B43BB}" srcOrd="0" destOrd="0" parTransId="{D8FA9922-DAD3-4205-92B7-BAF17176F845}" sibTransId="{3E206359-EA27-4ECA-8D54-03515CA9A1CC}"/>
    <dgm:cxn modelId="{35CC54FA-7DA5-4C4D-BB27-A2B3869B7C1A}" type="presOf" srcId="{81E62BB6-8203-428C-BB57-7E0DEDD7F926}" destId="{77C4FD71-2381-441A-AA9C-20D1E77B5F0A}" srcOrd="0" destOrd="0" presId="urn:microsoft.com/office/officeart/2005/8/layout/vList2"/>
    <dgm:cxn modelId="{9F21EC30-5BA3-438D-B4B1-3BE81269F8E4}" type="presParOf" srcId="{77C4FD71-2381-441A-AA9C-20D1E77B5F0A}" destId="{2F3FFE0B-5683-4769-AD18-D0D1D9A244C1}" srcOrd="0" destOrd="0" presId="urn:microsoft.com/office/officeart/2005/8/layout/vList2"/>
    <dgm:cxn modelId="{C52EC09D-44BF-43B6-AFD8-744A1ACE7DBC}" type="presParOf" srcId="{77C4FD71-2381-441A-AA9C-20D1E77B5F0A}" destId="{04466846-5ABC-4785-B86B-8957725E9FA1}" srcOrd="1" destOrd="0" presId="urn:microsoft.com/office/officeart/2005/8/layout/vList2"/>
    <dgm:cxn modelId="{C24BB5DC-97D0-45D6-9D63-78349BCE63D1}" type="presParOf" srcId="{77C4FD71-2381-441A-AA9C-20D1E77B5F0A}" destId="{79F6BCA6-7343-4C64-9BB4-80CEC2963FA8}" srcOrd="2" destOrd="0" presId="urn:microsoft.com/office/officeart/2005/8/layout/vList2"/>
    <dgm:cxn modelId="{5DD72E7B-FA60-4011-B67A-F97B61339075}" type="presParOf" srcId="{77C4FD71-2381-441A-AA9C-20D1E77B5F0A}" destId="{0D9D6E61-9F8B-42E7-9EBA-11270D90B7B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8B531A-7052-4747-AB9C-3CF54C61646A}" type="doc">
      <dgm:prSet loTypeId="urn:microsoft.com/office/officeart/2005/8/layout/defaul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B5F3617-8D12-44F9-BAB3-D8E934D893AF}">
      <dgm:prSet/>
      <dgm:spPr/>
      <dgm:t>
        <a:bodyPr/>
        <a:lstStyle/>
        <a:p>
          <a:r>
            <a:rPr lang="en-GB" b="1"/>
            <a:t>Can we build it?</a:t>
          </a:r>
          <a:endParaRPr lang="en-US"/>
        </a:p>
      </dgm:t>
    </dgm:pt>
    <dgm:pt modelId="{3F665897-ECCD-49D5-B4BF-117EBA6FEF7F}" type="parTrans" cxnId="{EA58957E-52E6-42AB-8628-14F9E9AF29C8}">
      <dgm:prSet/>
      <dgm:spPr/>
      <dgm:t>
        <a:bodyPr/>
        <a:lstStyle/>
        <a:p>
          <a:endParaRPr lang="en-US"/>
        </a:p>
      </dgm:t>
    </dgm:pt>
    <dgm:pt modelId="{C7EB6171-8260-44E8-9EF4-B6AE1C9593AF}" type="sibTrans" cxnId="{EA58957E-52E6-42AB-8628-14F9E9AF29C8}">
      <dgm:prSet/>
      <dgm:spPr/>
      <dgm:t>
        <a:bodyPr/>
        <a:lstStyle/>
        <a:p>
          <a:endParaRPr lang="en-US"/>
        </a:p>
      </dgm:t>
    </dgm:pt>
    <dgm:pt modelId="{7A86EFBD-4B47-42D3-8E03-0DADFAAB43E4}">
      <dgm:prSet/>
      <dgm:spPr/>
      <dgm:t>
        <a:bodyPr/>
        <a:lstStyle/>
        <a:p>
          <a:r>
            <a:rPr lang="en-GB"/>
            <a:t>Familiar with Functional area, less familiarity generates more risks</a:t>
          </a:r>
          <a:endParaRPr lang="en-US"/>
        </a:p>
      </dgm:t>
    </dgm:pt>
    <dgm:pt modelId="{150807FB-C2B9-4514-B5B5-1FE3E30BCF1C}" type="parTrans" cxnId="{C1D5D22B-243D-4585-87E3-BCEF999A313F}">
      <dgm:prSet/>
      <dgm:spPr/>
      <dgm:t>
        <a:bodyPr/>
        <a:lstStyle/>
        <a:p>
          <a:endParaRPr lang="en-US"/>
        </a:p>
      </dgm:t>
    </dgm:pt>
    <dgm:pt modelId="{363EA61E-A915-4A4D-89F5-6CECB580EA55}" type="sibTrans" cxnId="{C1D5D22B-243D-4585-87E3-BCEF999A313F}">
      <dgm:prSet/>
      <dgm:spPr/>
      <dgm:t>
        <a:bodyPr/>
        <a:lstStyle/>
        <a:p>
          <a:endParaRPr lang="en-US"/>
        </a:p>
      </dgm:t>
    </dgm:pt>
    <dgm:pt modelId="{A521E319-BAA2-4ADF-A301-53CB375E4CEC}">
      <dgm:prSet/>
      <dgm:spPr/>
      <dgm:t>
        <a:bodyPr/>
        <a:lstStyle/>
        <a:p>
          <a:r>
            <a:rPr lang="en-GB"/>
            <a:t>Familiar with Technology</a:t>
          </a:r>
          <a:endParaRPr lang="en-US"/>
        </a:p>
      </dgm:t>
    </dgm:pt>
    <dgm:pt modelId="{3B0FAD3B-9E19-4F10-B63A-6C3B2EAD3DE5}" type="parTrans" cxnId="{B7E0A07F-1FC8-41A8-9256-83572283D481}">
      <dgm:prSet/>
      <dgm:spPr/>
      <dgm:t>
        <a:bodyPr/>
        <a:lstStyle/>
        <a:p>
          <a:endParaRPr lang="en-US"/>
        </a:p>
      </dgm:t>
    </dgm:pt>
    <dgm:pt modelId="{B4A99B35-F2B3-47D6-A05F-363662E7283E}" type="sibTrans" cxnId="{B7E0A07F-1FC8-41A8-9256-83572283D481}">
      <dgm:prSet/>
      <dgm:spPr/>
      <dgm:t>
        <a:bodyPr/>
        <a:lstStyle/>
        <a:p>
          <a:endParaRPr lang="en-US"/>
        </a:p>
      </dgm:t>
    </dgm:pt>
    <dgm:pt modelId="{7F60DA79-A8CB-4762-A74A-9E3237977B26}">
      <dgm:prSet/>
      <dgm:spPr/>
      <dgm:t>
        <a:bodyPr/>
        <a:lstStyle/>
        <a:p>
          <a:r>
            <a:rPr lang="en-GB"/>
            <a:t>Project size – larger projects have more risks</a:t>
          </a:r>
          <a:endParaRPr lang="en-US"/>
        </a:p>
      </dgm:t>
    </dgm:pt>
    <dgm:pt modelId="{7FB97815-B0E1-4713-B326-10F72C7B34BC}" type="parTrans" cxnId="{EE14CCFF-6DDB-4C35-B41E-D33DB58FF764}">
      <dgm:prSet/>
      <dgm:spPr/>
      <dgm:t>
        <a:bodyPr/>
        <a:lstStyle/>
        <a:p>
          <a:endParaRPr lang="en-US"/>
        </a:p>
      </dgm:t>
    </dgm:pt>
    <dgm:pt modelId="{B95792B3-A39C-4011-A35D-0AF90DD411F9}" type="sibTrans" cxnId="{EE14CCFF-6DDB-4C35-B41E-D33DB58FF764}">
      <dgm:prSet/>
      <dgm:spPr/>
      <dgm:t>
        <a:bodyPr/>
        <a:lstStyle/>
        <a:p>
          <a:endParaRPr lang="en-US"/>
        </a:p>
      </dgm:t>
    </dgm:pt>
    <dgm:pt modelId="{2B463EF2-FBAF-4950-A300-186F1FFA296F}">
      <dgm:prSet/>
      <dgm:spPr/>
      <dgm:t>
        <a:bodyPr/>
        <a:lstStyle/>
        <a:p>
          <a:r>
            <a:rPr lang="en-GB"/>
            <a:t>Compatibility – harder it is to integrate the system with the company’s existing system increases risks</a:t>
          </a:r>
          <a:endParaRPr lang="en-US"/>
        </a:p>
      </dgm:t>
    </dgm:pt>
    <dgm:pt modelId="{D31AE843-4057-45D6-A166-2DF611E91E29}" type="parTrans" cxnId="{108E1709-1726-495E-9E0D-7861B9282D4E}">
      <dgm:prSet/>
      <dgm:spPr/>
      <dgm:t>
        <a:bodyPr/>
        <a:lstStyle/>
        <a:p>
          <a:endParaRPr lang="en-US"/>
        </a:p>
      </dgm:t>
    </dgm:pt>
    <dgm:pt modelId="{071F9866-250C-4CB7-909B-A54ED1432D58}" type="sibTrans" cxnId="{108E1709-1726-495E-9E0D-7861B9282D4E}">
      <dgm:prSet/>
      <dgm:spPr/>
      <dgm:t>
        <a:bodyPr/>
        <a:lstStyle/>
        <a:p>
          <a:endParaRPr lang="en-US"/>
        </a:p>
      </dgm:t>
    </dgm:pt>
    <dgm:pt modelId="{FEF120E3-C312-432B-9480-B460D4295FDE}" type="pres">
      <dgm:prSet presAssocID="{598B531A-7052-4747-AB9C-3CF54C61646A}" presName="diagram" presStyleCnt="0">
        <dgm:presLayoutVars>
          <dgm:dir/>
          <dgm:resizeHandles val="exact"/>
        </dgm:presLayoutVars>
      </dgm:prSet>
      <dgm:spPr/>
    </dgm:pt>
    <dgm:pt modelId="{E7C4DCAA-40F8-4966-AA71-097FFAEF43FF}" type="pres">
      <dgm:prSet presAssocID="{FB5F3617-8D12-44F9-BAB3-D8E934D893AF}" presName="node" presStyleLbl="node1" presStyleIdx="0" presStyleCnt="5">
        <dgm:presLayoutVars>
          <dgm:bulletEnabled val="1"/>
        </dgm:presLayoutVars>
      </dgm:prSet>
      <dgm:spPr/>
    </dgm:pt>
    <dgm:pt modelId="{A29B541B-B04D-4E6C-B764-14835E8EEAA3}" type="pres">
      <dgm:prSet presAssocID="{C7EB6171-8260-44E8-9EF4-B6AE1C9593AF}" presName="sibTrans" presStyleCnt="0"/>
      <dgm:spPr/>
    </dgm:pt>
    <dgm:pt modelId="{6EEDA7D2-5582-401D-8FB3-8229A86F8098}" type="pres">
      <dgm:prSet presAssocID="{7A86EFBD-4B47-42D3-8E03-0DADFAAB43E4}" presName="node" presStyleLbl="node1" presStyleIdx="1" presStyleCnt="5">
        <dgm:presLayoutVars>
          <dgm:bulletEnabled val="1"/>
        </dgm:presLayoutVars>
      </dgm:prSet>
      <dgm:spPr/>
    </dgm:pt>
    <dgm:pt modelId="{D84D438B-D78A-47DC-AC53-DFFC0BBF67A9}" type="pres">
      <dgm:prSet presAssocID="{363EA61E-A915-4A4D-89F5-6CECB580EA55}" presName="sibTrans" presStyleCnt="0"/>
      <dgm:spPr/>
    </dgm:pt>
    <dgm:pt modelId="{A1F64E70-1560-48A2-BC79-7A87D83D77F6}" type="pres">
      <dgm:prSet presAssocID="{A521E319-BAA2-4ADF-A301-53CB375E4CEC}" presName="node" presStyleLbl="node1" presStyleIdx="2" presStyleCnt="5">
        <dgm:presLayoutVars>
          <dgm:bulletEnabled val="1"/>
        </dgm:presLayoutVars>
      </dgm:prSet>
      <dgm:spPr/>
    </dgm:pt>
    <dgm:pt modelId="{02DA6E5A-3F13-4B1E-B853-B633F39D41E5}" type="pres">
      <dgm:prSet presAssocID="{B4A99B35-F2B3-47D6-A05F-363662E7283E}" presName="sibTrans" presStyleCnt="0"/>
      <dgm:spPr/>
    </dgm:pt>
    <dgm:pt modelId="{7CBB3392-BA57-47CB-9E26-5FF2A28D3B31}" type="pres">
      <dgm:prSet presAssocID="{7F60DA79-A8CB-4762-A74A-9E3237977B26}" presName="node" presStyleLbl="node1" presStyleIdx="3" presStyleCnt="5">
        <dgm:presLayoutVars>
          <dgm:bulletEnabled val="1"/>
        </dgm:presLayoutVars>
      </dgm:prSet>
      <dgm:spPr/>
    </dgm:pt>
    <dgm:pt modelId="{D106A43F-4AE7-420E-8814-133594A1C47E}" type="pres">
      <dgm:prSet presAssocID="{B95792B3-A39C-4011-A35D-0AF90DD411F9}" presName="sibTrans" presStyleCnt="0"/>
      <dgm:spPr/>
    </dgm:pt>
    <dgm:pt modelId="{7AF957AA-0CDA-4FF5-961E-B12D98BBCC8D}" type="pres">
      <dgm:prSet presAssocID="{2B463EF2-FBAF-4950-A300-186F1FFA296F}" presName="node" presStyleLbl="node1" presStyleIdx="4" presStyleCnt="5">
        <dgm:presLayoutVars>
          <dgm:bulletEnabled val="1"/>
        </dgm:presLayoutVars>
      </dgm:prSet>
      <dgm:spPr/>
    </dgm:pt>
  </dgm:ptLst>
  <dgm:cxnLst>
    <dgm:cxn modelId="{E7BA2805-B422-4023-8604-47F75BD98B30}" type="presOf" srcId="{7F60DA79-A8CB-4762-A74A-9E3237977B26}" destId="{7CBB3392-BA57-47CB-9E26-5FF2A28D3B31}" srcOrd="0" destOrd="0" presId="urn:microsoft.com/office/officeart/2005/8/layout/default"/>
    <dgm:cxn modelId="{108E1709-1726-495E-9E0D-7861B9282D4E}" srcId="{598B531A-7052-4747-AB9C-3CF54C61646A}" destId="{2B463EF2-FBAF-4950-A300-186F1FFA296F}" srcOrd="4" destOrd="0" parTransId="{D31AE843-4057-45D6-A166-2DF611E91E29}" sibTransId="{071F9866-250C-4CB7-909B-A54ED1432D58}"/>
    <dgm:cxn modelId="{296ED11F-718F-402B-B817-BF2E08BB53D8}" type="presOf" srcId="{598B531A-7052-4747-AB9C-3CF54C61646A}" destId="{FEF120E3-C312-432B-9480-B460D4295FDE}" srcOrd="0" destOrd="0" presId="urn:microsoft.com/office/officeart/2005/8/layout/default"/>
    <dgm:cxn modelId="{C1D5D22B-243D-4585-87E3-BCEF999A313F}" srcId="{598B531A-7052-4747-AB9C-3CF54C61646A}" destId="{7A86EFBD-4B47-42D3-8E03-0DADFAAB43E4}" srcOrd="1" destOrd="0" parTransId="{150807FB-C2B9-4514-B5B5-1FE3E30BCF1C}" sibTransId="{363EA61E-A915-4A4D-89F5-6CECB580EA55}"/>
    <dgm:cxn modelId="{EC22B739-20F5-45B3-9689-3CB8B064BACA}" type="presOf" srcId="{A521E319-BAA2-4ADF-A301-53CB375E4CEC}" destId="{A1F64E70-1560-48A2-BC79-7A87D83D77F6}" srcOrd="0" destOrd="0" presId="urn:microsoft.com/office/officeart/2005/8/layout/default"/>
    <dgm:cxn modelId="{A4AEDC7B-4CC7-48DA-B0B9-BDCABFB2865E}" type="presOf" srcId="{FB5F3617-8D12-44F9-BAB3-D8E934D893AF}" destId="{E7C4DCAA-40F8-4966-AA71-097FFAEF43FF}" srcOrd="0" destOrd="0" presId="urn:microsoft.com/office/officeart/2005/8/layout/default"/>
    <dgm:cxn modelId="{EA58957E-52E6-42AB-8628-14F9E9AF29C8}" srcId="{598B531A-7052-4747-AB9C-3CF54C61646A}" destId="{FB5F3617-8D12-44F9-BAB3-D8E934D893AF}" srcOrd="0" destOrd="0" parTransId="{3F665897-ECCD-49D5-B4BF-117EBA6FEF7F}" sibTransId="{C7EB6171-8260-44E8-9EF4-B6AE1C9593AF}"/>
    <dgm:cxn modelId="{B7E0A07F-1FC8-41A8-9256-83572283D481}" srcId="{598B531A-7052-4747-AB9C-3CF54C61646A}" destId="{A521E319-BAA2-4ADF-A301-53CB375E4CEC}" srcOrd="2" destOrd="0" parTransId="{3B0FAD3B-9E19-4F10-B63A-6C3B2EAD3DE5}" sibTransId="{B4A99B35-F2B3-47D6-A05F-363662E7283E}"/>
    <dgm:cxn modelId="{0443B4D6-5213-4BB4-BA5A-1FB7F7C88742}" type="presOf" srcId="{2B463EF2-FBAF-4950-A300-186F1FFA296F}" destId="{7AF957AA-0CDA-4FF5-961E-B12D98BBCC8D}" srcOrd="0" destOrd="0" presId="urn:microsoft.com/office/officeart/2005/8/layout/default"/>
    <dgm:cxn modelId="{2E51F8EA-C118-4D60-8445-EA1D09D663E3}" type="presOf" srcId="{7A86EFBD-4B47-42D3-8E03-0DADFAAB43E4}" destId="{6EEDA7D2-5582-401D-8FB3-8229A86F8098}" srcOrd="0" destOrd="0" presId="urn:microsoft.com/office/officeart/2005/8/layout/default"/>
    <dgm:cxn modelId="{EE14CCFF-6DDB-4C35-B41E-D33DB58FF764}" srcId="{598B531A-7052-4747-AB9C-3CF54C61646A}" destId="{7F60DA79-A8CB-4762-A74A-9E3237977B26}" srcOrd="3" destOrd="0" parTransId="{7FB97815-B0E1-4713-B326-10F72C7B34BC}" sibTransId="{B95792B3-A39C-4011-A35D-0AF90DD411F9}"/>
    <dgm:cxn modelId="{60FC1604-EF1B-4334-8774-6E8BE86BDF6E}" type="presParOf" srcId="{FEF120E3-C312-432B-9480-B460D4295FDE}" destId="{E7C4DCAA-40F8-4966-AA71-097FFAEF43FF}" srcOrd="0" destOrd="0" presId="urn:microsoft.com/office/officeart/2005/8/layout/default"/>
    <dgm:cxn modelId="{00D2AFDD-41E4-4FAD-AD13-8B05BC8B8FFC}" type="presParOf" srcId="{FEF120E3-C312-432B-9480-B460D4295FDE}" destId="{A29B541B-B04D-4E6C-B764-14835E8EEAA3}" srcOrd="1" destOrd="0" presId="urn:microsoft.com/office/officeart/2005/8/layout/default"/>
    <dgm:cxn modelId="{C1FA864C-4B79-4914-8EE5-31D629C9F1EE}" type="presParOf" srcId="{FEF120E3-C312-432B-9480-B460D4295FDE}" destId="{6EEDA7D2-5582-401D-8FB3-8229A86F8098}" srcOrd="2" destOrd="0" presId="urn:microsoft.com/office/officeart/2005/8/layout/default"/>
    <dgm:cxn modelId="{C192EF95-BDA8-48D8-9358-6EDA1A4E9F7B}" type="presParOf" srcId="{FEF120E3-C312-432B-9480-B460D4295FDE}" destId="{D84D438B-D78A-47DC-AC53-DFFC0BBF67A9}" srcOrd="3" destOrd="0" presId="urn:microsoft.com/office/officeart/2005/8/layout/default"/>
    <dgm:cxn modelId="{469A32BF-FF0F-47DC-B45A-969BABDCC771}" type="presParOf" srcId="{FEF120E3-C312-432B-9480-B460D4295FDE}" destId="{A1F64E70-1560-48A2-BC79-7A87D83D77F6}" srcOrd="4" destOrd="0" presId="urn:microsoft.com/office/officeart/2005/8/layout/default"/>
    <dgm:cxn modelId="{3277EEB4-9606-4B00-9CAA-A5B573D3F944}" type="presParOf" srcId="{FEF120E3-C312-432B-9480-B460D4295FDE}" destId="{02DA6E5A-3F13-4B1E-B853-B633F39D41E5}" srcOrd="5" destOrd="0" presId="urn:microsoft.com/office/officeart/2005/8/layout/default"/>
    <dgm:cxn modelId="{30679DC3-79B0-4DD1-8E6B-B7A548C0D6B8}" type="presParOf" srcId="{FEF120E3-C312-432B-9480-B460D4295FDE}" destId="{7CBB3392-BA57-47CB-9E26-5FF2A28D3B31}" srcOrd="6" destOrd="0" presId="urn:microsoft.com/office/officeart/2005/8/layout/default"/>
    <dgm:cxn modelId="{C512B5A2-7D5A-4352-83BC-73E05603A7D2}" type="presParOf" srcId="{FEF120E3-C312-432B-9480-B460D4295FDE}" destId="{D106A43F-4AE7-420E-8814-133594A1C47E}" srcOrd="7" destOrd="0" presId="urn:microsoft.com/office/officeart/2005/8/layout/default"/>
    <dgm:cxn modelId="{76CA498F-F9C8-43E8-A90C-BC6617563F1C}" type="presParOf" srcId="{FEF120E3-C312-432B-9480-B460D4295FDE}" destId="{7AF957AA-0CDA-4FF5-961E-B12D98BBCC8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C8ADAB5-8D21-4A04-AF8E-131569CF2F7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0482881-A39F-460A-B9F2-F93342E81DF8}">
      <dgm:prSet/>
      <dgm:spPr/>
      <dgm:t>
        <a:bodyPr/>
        <a:lstStyle/>
        <a:p>
          <a:r>
            <a:rPr lang="en-GB" b="1"/>
            <a:t>Should we Build it?</a:t>
          </a:r>
          <a:endParaRPr lang="en-US"/>
        </a:p>
      </dgm:t>
    </dgm:pt>
    <dgm:pt modelId="{4A87B214-9A61-4856-8E11-48DF8E0210DE}" type="parTrans" cxnId="{E47E7F29-16E7-4EC2-8C30-555302B86B9E}">
      <dgm:prSet/>
      <dgm:spPr/>
      <dgm:t>
        <a:bodyPr/>
        <a:lstStyle/>
        <a:p>
          <a:endParaRPr lang="en-US"/>
        </a:p>
      </dgm:t>
    </dgm:pt>
    <dgm:pt modelId="{8FE12877-1EC5-4ADF-8ECA-79EB2DCA7FE5}" type="sibTrans" cxnId="{E47E7F29-16E7-4EC2-8C30-555302B86B9E}">
      <dgm:prSet/>
      <dgm:spPr/>
      <dgm:t>
        <a:bodyPr/>
        <a:lstStyle/>
        <a:p>
          <a:endParaRPr lang="en-US"/>
        </a:p>
      </dgm:t>
    </dgm:pt>
    <dgm:pt modelId="{959EA38F-E2FB-4060-B63C-AC726DD29087}">
      <dgm:prSet/>
      <dgm:spPr/>
      <dgm:t>
        <a:bodyPr/>
        <a:lstStyle/>
        <a:p>
          <a:r>
            <a:rPr lang="en-GB"/>
            <a:t>Development costs</a:t>
          </a:r>
          <a:endParaRPr lang="en-US"/>
        </a:p>
      </dgm:t>
    </dgm:pt>
    <dgm:pt modelId="{880E2852-300B-4019-84F9-0D78F5E1AC5D}" type="parTrans" cxnId="{8A39DC6F-7919-43C5-83A4-1751643AD15D}">
      <dgm:prSet/>
      <dgm:spPr/>
      <dgm:t>
        <a:bodyPr/>
        <a:lstStyle/>
        <a:p>
          <a:endParaRPr lang="en-US"/>
        </a:p>
      </dgm:t>
    </dgm:pt>
    <dgm:pt modelId="{85DDC4E2-9838-4F70-A6BB-342CBFC14B1D}" type="sibTrans" cxnId="{8A39DC6F-7919-43C5-83A4-1751643AD15D}">
      <dgm:prSet/>
      <dgm:spPr/>
      <dgm:t>
        <a:bodyPr/>
        <a:lstStyle/>
        <a:p>
          <a:endParaRPr lang="en-US"/>
        </a:p>
      </dgm:t>
    </dgm:pt>
    <dgm:pt modelId="{A0181C54-A19A-4E72-896A-295BC02D6240}">
      <dgm:prSet/>
      <dgm:spPr/>
      <dgm:t>
        <a:bodyPr/>
        <a:lstStyle/>
        <a:p>
          <a:r>
            <a:rPr lang="en-GB"/>
            <a:t>Annual operating costs</a:t>
          </a:r>
          <a:endParaRPr lang="en-US"/>
        </a:p>
      </dgm:t>
    </dgm:pt>
    <dgm:pt modelId="{C47C5939-24AD-4F29-A7F9-14BA2250DD64}" type="parTrans" cxnId="{3F7A4895-9DB5-461A-8E46-AB8F32B5E07A}">
      <dgm:prSet/>
      <dgm:spPr/>
      <dgm:t>
        <a:bodyPr/>
        <a:lstStyle/>
        <a:p>
          <a:endParaRPr lang="en-US"/>
        </a:p>
      </dgm:t>
    </dgm:pt>
    <dgm:pt modelId="{19AC6A57-7A27-47D5-AB2A-9532D0366825}" type="sibTrans" cxnId="{3F7A4895-9DB5-461A-8E46-AB8F32B5E07A}">
      <dgm:prSet/>
      <dgm:spPr/>
      <dgm:t>
        <a:bodyPr/>
        <a:lstStyle/>
        <a:p>
          <a:endParaRPr lang="en-US"/>
        </a:p>
      </dgm:t>
    </dgm:pt>
    <dgm:pt modelId="{AB8E1756-5803-4AE6-B781-B73D9FD76FE6}">
      <dgm:prSet/>
      <dgm:spPr/>
      <dgm:t>
        <a:bodyPr/>
        <a:lstStyle/>
        <a:p>
          <a:r>
            <a:rPr lang="en-GB"/>
            <a:t>Annual benefits (cost savings and revenues)</a:t>
          </a:r>
          <a:endParaRPr lang="en-US"/>
        </a:p>
      </dgm:t>
    </dgm:pt>
    <dgm:pt modelId="{860B40D5-47B8-438A-8E25-9DC4CA316367}" type="parTrans" cxnId="{6513330A-306C-4821-97DF-927266926E0E}">
      <dgm:prSet/>
      <dgm:spPr/>
      <dgm:t>
        <a:bodyPr/>
        <a:lstStyle/>
        <a:p>
          <a:endParaRPr lang="en-US"/>
        </a:p>
      </dgm:t>
    </dgm:pt>
    <dgm:pt modelId="{E216923F-1994-4790-88EE-11B5FBFE5CDE}" type="sibTrans" cxnId="{6513330A-306C-4821-97DF-927266926E0E}">
      <dgm:prSet/>
      <dgm:spPr/>
      <dgm:t>
        <a:bodyPr/>
        <a:lstStyle/>
        <a:p>
          <a:endParaRPr lang="en-US"/>
        </a:p>
      </dgm:t>
    </dgm:pt>
    <dgm:pt modelId="{99DA1749-BE12-477C-8C85-BDD6A380D852}">
      <dgm:prSet/>
      <dgm:spPr/>
      <dgm:t>
        <a:bodyPr/>
        <a:lstStyle/>
        <a:p>
          <a:r>
            <a:rPr lang="en-GB"/>
            <a:t>Intangible costs and benefits (difficult to calculate as these are not things we see physically touch/feel but are very important to identify)</a:t>
          </a:r>
          <a:endParaRPr lang="en-US"/>
        </a:p>
      </dgm:t>
    </dgm:pt>
    <dgm:pt modelId="{85899783-7193-4B95-9C8E-4D555F7E10C7}" type="parTrans" cxnId="{073753C4-FEAE-4DD4-B28C-5A823703DC99}">
      <dgm:prSet/>
      <dgm:spPr/>
      <dgm:t>
        <a:bodyPr/>
        <a:lstStyle/>
        <a:p>
          <a:endParaRPr lang="en-US"/>
        </a:p>
      </dgm:t>
    </dgm:pt>
    <dgm:pt modelId="{A9933433-14AE-45CB-B004-652A63C7ACC8}" type="sibTrans" cxnId="{073753C4-FEAE-4DD4-B28C-5A823703DC99}">
      <dgm:prSet/>
      <dgm:spPr/>
      <dgm:t>
        <a:bodyPr/>
        <a:lstStyle/>
        <a:p>
          <a:endParaRPr lang="en-US"/>
        </a:p>
      </dgm:t>
    </dgm:pt>
    <dgm:pt modelId="{BE8D9F8F-6111-4D60-A843-99DD1BB5BAA6}">
      <dgm:prSet/>
      <dgm:spPr/>
      <dgm:t>
        <a:bodyPr/>
        <a:lstStyle/>
        <a:p>
          <a:r>
            <a:rPr lang="en-GB"/>
            <a:t>Intangible costs - e.g. loss in customer satisfaction, lost employee morale, brand damage</a:t>
          </a:r>
          <a:endParaRPr lang="en-US"/>
        </a:p>
      </dgm:t>
    </dgm:pt>
    <dgm:pt modelId="{5E4B70FA-9DD5-4DBD-9E12-1A42BDE4B382}" type="parTrans" cxnId="{4962B1FF-5348-4986-80D3-1049D72B895F}">
      <dgm:prSet/>
      <dgm:spPr/>
      <dgm:t>
        <a:bodyPr/>
        <a:lstStyle/>
        <a:p>
          <a:endParaRPr lang="en-US"/>
        </a:p>
      </dgm:t>
    </dgm:pt>
    <dgm:pt modelId="{82B96F11-7F78-4325-91E2-229A8771114B}" type="sibTrans" cxnId="{4962B1FF-5348-4986-80D3-1049D72B895F}">
      <dgm:prSet/>
      <dgm:spPr/>
      <dgm:t>
        <a:bodyPr/>
        <a:lstStyle/>
        <a:p>
          <a:endParaRPr lang="en-US"/>
        </a:p>
      </dgm:t>
    </dgm:pt>
    <dgm:pt modelId="{8B707524-AB07-4C55-A667-B52249CADCD9}">
      <dgm:prSet/>
      <dgm:spPr/>
      <dgm:t>
        <a:bodyPr/>
        <a:lstStyle/>
        <a:p>
          <a:r>
            <a:rPr lang="en-GB"/>
            <a:t>Intangible benefits - increase in productivity, customer loyalty</a:t>
          </a:r>
          <a:endParaRPr lang="en-US"/>
        </a:p>
      </dgm:t>
    </dgm:pt>
    <dgm:pt modelId="{F9C0277D-8094-4042-86A8-73389E42A71C}" type="parTrans" cxnId="{7EBF2578-85A9-4854-A08D-80565516D144}">
      <dgm:prSet/>
      <dgm:spPr/>
      <dgm:t>
        <a:bodyPr/>
        <a:lstStyle/>
        <a:p>
          <a:endParaRPr lang="en-US"/>
        </a:p>
      </dgm:t>
    </dgm:pt>
    <dgm:pt modelId="{FD1B8166-2B18-4EE4-9BBF-8CCFEFDF2E29}" type="sibTrans" cxnId="{7EBF2578-85A9-4854-A08D-80565516D144}">
      <dgm:prSet/>
      <dgm:spPr/>
      <dgm:t>
        <a:bodyPr/>
        <a:lstStyle/>
        <a:p>
          <a:endParaRPr lang="en-US"/>
        </a:p>
      </dgm:t>
    </dgm:pt>
    <dgm:pt modelId="{900651F9-981E-428A-B9FF-3283DE7B2617}" type="pres">
      <dgm:prSet presAssocID="{BC8ADAB5-8D21-4A04-AF8E-131569CF2F75}" presName="linear" presStyleCnt="0">
        <dgm:presLayoutVars>
          <dgm:animLvl val="lvl"/>
          <dgm:resizeHandles val="exact"/>
        </dgm:presLayoutVars>
      </dgm:prSet>
      <dgm:spPr/>
    </dgm:pt>
    <dgm:pt modelId="{C3CCAC73-9560-4D94-9792-9A6F8BB9A3FA}" type="pres">
      <dgm:prSet presAssocID="{70482881-A39F-460A-B9F2-F93342E81DF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ECC38EC-17F1-4596-BAFD-A4749095E987}" type="pres">
      <dgm:prSet presAssocID="{8FE12877-1EC5-4ADF-8ECA-79EB2DCA7FE5}" presName="spacer" presStyleCnt="0"/>
      <dgm:spPr/>
    </dgm:pt>
    <dgm:pt modelId="{D8936C72-61CF-4123-9940-DB5E2A2AC27A}" type="pres">
      <dgm:prSet presAssocID="{959EA38F-E2FB-4060-B63C-AC726DD2908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0587D12-A396-433C-8C1D-C21020E690C9}" type="pres">
      <dgm:prSet presAssocID="{85DDC4E2-9838-4F70-A6BB-342CBFC14B1D}" presName="spacer" presStyleCnt="0"/>
      <dgm:spPr/>
    </dgm:pt>
    <dgm:pt modelId="{407E6BA7-300E-4DC7-B1AD-16666249FA41}" type="pres">
      <dgm:prSet presAssocID="{A0181C54-A19A-4E72-896A-295BC02D624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B128C83-D3A7-40D1-BDFB-97B1B37EAF2C}" type="pres">
      <dgm:prSet presAssocID="{19AC6A57-7A27-47D5-AB2A-9532D0366825}" presName="spacer" presStyleCnt="0"/>
      <dgm:spPr/>
    </dgm:pt>
    <dgm:pt modelId="{0CA5B134-63E2-4DFA-9111-7214E4D23220}" type="pres">
      <dgm:prSet presAssocID="{AB8E1756-5803-4AE6-B781-B73D9FD76FE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4113E92-EF46-4C7C-95A6-5A614872DA6B}" type="pres">
      <dgm:prSet presAssocID="{E216923F-1994-4790-88EE-11B5FBFE5CDE}" presName="spacer" presStyleCnt="0"/>
      <dgm:spPr/>
    </dgm:pt>
    <dgm:pt modelId="{E130818A-2E56-4E43-90B6-44E501497813}" type="pres">
      <dgm:prSet presAssocID="{99DA1749-BE12-477C-8C85-BDD6A380D852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979E9E46-FAAF-4DBF-ABE5-D7E961465070}" type="pres">
      <dgm:prSet presAssocID="{99DA1749-BE12-477C-8C85-BDD6A380D852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6513330A-306C-4821-97DF-927266926E0E}" srcId="{BC8ADAB5-8D21-4A04-AF8E-131569CF2F75}" destId="{AB8E1756-5803-4AE6-B781-B73D9FD76FE6}" srcOrd="3" destOrd="0" parTransId="{860B40D5-47B8-438A-8E25-9DC4CA316367}" sibTransId="{E216923F-1994-4790-88EE-11B5FBFE5CDE}"/>
    <dgm:cxn modelId="{E47E7F29-16E7-4EC2-8C30-555302B86B9E}" srcId="{BC8ADAB5-8D21-4A04-AF8E-131569CF2F75}" destId="{70482881-A39F-460A-B9F2-F93342E81DF8}" srcOrd="0" destOrd="0" parTransId="{4A87B214-9A61-4856-8E11-48DF8E0210DE}" sibTransId="{8FE12877-1EC5-4ADF-8ECA-79EB2DCA7FE5}"/>
    <dgm:cxn modelId="{8343D05E-317C-4D93-B766-6D267BBC5679}" type="presOf" srcId="{99DA1749-BE12-477C-8C85-BDD6A380D852}" destId="{E130818A-2E56-4E43-90B6-44E501497813}" srcOrd="0" destOrd="0" presId="urn:microsoft.com/office/officeart/2005/8/layout/vList2"/>
    <dgm:cxn modelId="{8A39DC6F-7919-43C5-83A4-1751643AD15D}" srcId="{BC8ADAB5-8D21-4A04-AF8E-131569CF2F75}" destId="{959EA38F-E2FB-4060-B63C-AC726DD29087}" srcOrd="1" destOrd="0" parTransId="{880E2852-300B-4019-84F9-0D78F5E1AC5D}" sibTransId="{85DDC4E2-9838-4F70-A6BB-342CBFC14B1D}"/>
    <dgm:cxn modelId="{7EBF2578-85A9-4854-A08D-80565516D144}" srcId="{99DA1749-BE12-477C-8C85-BDD6A380D852}" destId="{8B707524-AB07-4C55-A667-B52249CADCD9}" srcOrd="1" destOrd="0" parTransId="{F9C0277D-8094-4042-86A8-73389E42A71C}" sibTransId="{FD1B8166-2B18-4EE4-9BBF-8CCFEFDF2E29}"/>
    <dgm:cxn modelId="{92ECB68E-CA38-4124-8B8F-9F9452D80BFC}" type="presOf" srcId="{BC8ADAB5-8D21-4A04-AF8E-131569CF2F75}" destId="{900651F9-981E-428A-B9FF-3283DE7B2617}" srcOrd="0" destOrd="0" presId="urn:microsoft.com/office/officeart/2005/8/layout/vList2"/>
    <dgm:cxn modelId="{3F7A4895-9DB5-461A-8E46-AB8F32B5E07A}" srcId="{BC8ADAB5-8D21-4A04-AF8E-131569CF2F75}" destId="{A0181C54-A19A-4E72-896A-295BC02D6240}" srcOrd="2" destOrd="0" parTransId="{C47C5939-24AD-4F29-A7F9-14BA2250DD64}" sibTransId="{19AC6A57-7A27-47D5-AB2A-9532D0366825}"/>
    <dgm:cxn modelId="{8EB6D696-9B0B-4CF9-BD7B-E88A2E789466}" type="presOf" srcId="{959EA38F-E2FB-4060-B63C-AC726DD29087}" destId="{D8936C72-61CF-4123-9940-DB5E2A2AC27A}" srcOrd="0" destOrd="0" presId="urn:microsoft.com/office/officeart/2005/8/layout/vList2"/>
    <dgm:cxn modelId="{1C5BB99F-2134-4095-BAB3-CF826090DF35}" type="presOf" srcId="{A0181C54-A19A-4E72-896A-295BC02D6240}" destId="{407E6BA7-300E-4DC7-B1AD-16666249FA41}" srcOrd="0" destOrd="0" presId="urn:microsoft.com/office/officeart/2005/8/layout/vList2"/>
    <dgm:cxn modelId="{EA471FAE-D228-4F04-BE0A-3BC43DD137FC}" type="presOf" srcId="{70482881-A39F-460A-B9F2-F93342E81DF8}" destId="{C3CCAC73-9560-4D94-9792-9A6F8BB9A3FA}" srcOrd="0" destOrd="0" presId="urn:microsoft.com/office/officeart/2005/8/layout/vList2"/>
    <dgm:cxn modelId="{6E039BBE-51A7-4F0B-9844-F0AF1DD793A1}" type="presOf" srcId="{AB8E1756-5803-4AE6-B781-B73D9FD76FE6}" destId="{0CA5B134-63E2-4DFA-9111-7214E4D23220}" srcOrd="0" destOrd="0" presId="urn:microsoft.com/office/officeart/2005/8/layout/vList2"/>
    <dgm:cxn modelId="{073753C4-FEAE-4DD4-B28C-5A823703DC99}" srcId="{BC8ADAB5-8D21-4A04-AF8E-131569CF2F75}" destId="{99DA1749-BE12-477C-8C85-BDD6A380D852}" srcOrd="4" destOrd="0" parTransId="{85899783-7193-4B95-9C8E-4D555F7E10C7}" sibTransId="{A9933433-14AE-45CB-B004-652A63C7ACC8}"/>
    <dgm:cxn modelId="{0EF551FD-BCE2-402A-AFF4-3D3D3993F7F3}" type="presOf" srcId="{8B707524-AB07-4C55-A667-B52249CADCD9}" destId="{979E9E46-FAAF-4DBF-ABE5-D7E961465070}" srcOrd="0" destOrd="1" presId="urn:microsoft.com/office/officeart/2005/8/layout/vList2"/>
    <dgm:cxn modelId="{C61B59FF-118A-43EC-BE83-8EABFB2106B5}" type="presOf" srcId="{BE8D9F8F-6111-4D60-A843-99DD1BB5BAA6}" destId="{979E9E46-FAAF-4DBF-ABE5-D7E961465070}" srcOrd="0" destOrd="0" presId="urn:microsoft.com/office/officeart/2005/8/layout/vList2"/>
    <dgm:cxn modelId="{4962B1FF-5348-4986-80D3-1049D72B895F}" srcId="{99DA1749-BE12-477C-8C85-BDD6A380D852}" destId="{BE8D9F8F-6111-4D60-A843-99DD1BB5BAA6}" srcOrd="0" destOrd="0" parTransId="{5E4B70FA-9DD5-4DBD-9E12-1A42BDE4B382}" sibTransId="{82B96F11-7F78-4325-91E2-229A8771114B}"/>
    <dgm:cxn modelId="{7F2312D0-61ED-4B1E-91CC-82323D2C19AC}" type="presParOf" srcId="{900651F9-981E-428A-B9FF-3283DE7B2617}" destId="{C3CCAC73-9560-4D94-9792-9A6F8BB9A3FA}" srcOrd="0" destOrd="0" presId="urn:microsoft.com/office/officeart/2005/8/layout/vList2"/>
    <dgm:cxn modelId="{842F7DCC-1E91-46A1-ABBB-B5591FCE35D6}" type="presParOf" srcId="{900651F9-981E-428A-B9FF-3283DE7B2617}" destId="{CECC38EC-17F1-4596-BAFD-A4749095E987}" srcOrd="1" destOrd="0" presId="urn:microsoft.com/office/officeart/2005/8/layout/vList2"/>
    <dgm:cxn modelId="{235FF864-4EFA-4C43-9D26-2EE3D047364B}" type="presParOf" srcId="{900651F9-981E-428A-B9FF-3283DE7B2617}" destId="{D8936C72-61CF-4123-9940-DB5E2A2AC27A}" srcOrd="2" destOrd="0" presId="urn:microsoft.com/office/officeart/2005/8/layout/vList2"/>
    <dgm:cxn modelId="{A4571871-19EB-408D-9B71-BE5831048606}" type="presParOf" srcId="{900651F9-981E-428A-B9FF-3283DE7B2617}" destId="{B0587D12-A396-433C-8C1D-C21020E690C9}" srcOrd="3" destOrd="0" presId="urn:microsoft.com/office/officeart/2005/8/layout/vList2"/>
    <dgm:cxn modelId="{C7B1DCF0-DECC-431C-9226-FDB54B3837FB}" type="presParOf" srcId="{900651F9-981E-428A-B9FF-3283DE7B2617}" destId="{407E6BA7-300E-4DC7-B1AD-16666249FA41}" srcOrd="4" destOrd="0" presId="urn:microsoft.com/office/officeart/2005/8/layout/vList2"/>
    <dgm:cxn modelId="{0DF94B47-E1E6-464B-8D48-712F5431C5D6}" type="presParOf" srcId="{900651F9-981E-428A-B9FF-3283DE7B2617}" destId="{6B128C83-D3A7-40D1-BDFB-97B1B37EAF2C}" srcOrd="5" destOrd="0" presId="urn:microsoft.com/office/officeart/2005/8/layout/vList2"/>
    <dgm:cxn modelId="{3AAF4DC3-8128-4E73-8E1E-20ACDF05CC05}" type="presParOf" srcId="{900651F9-981E-428A-B9FF-3283DE7B2617}" destId="{0CA5B134-63E2-4DFA-9111-7214E4D23220}" srcOrd="6" destOrd="0" presId="urn:microsoft.com/office/officeart/2005/8/layout/vList2"/>
    <dgm:cxn modelId="{D68AB871-20F6-4EF5-B6B3-3370624540A4}" type="presParOf" srcId="{900651F9-981E-428A-B9FF-3283DE7B2617}" destId="{44113E92-EF46-4C7C-95A6-5A614872DA6B}" srcOrd="7" destOrd="0" presId="urn:microsoft.com/office/officeart/2005/8/layout/vList2"/>
    <dgm:cxn modelId="{DD913429-535D-4769-A0CC-E21D021F2890}" type="presParOf" srcId="{900651F9-981E-428A-B9FF-3283DE7B2617}" destId="{E130818A-2E56-4E43-90B6-44E501497813}" srcOrd="8" destOrd="0" presId="urn:microsoft.com/office/officeart/2005/8/layout/vList2"/>
    <dgm:cxn modelId="{A826368B-1F7A-4852-B7DC-A12D672720BF}" type="presParOf" srcId="{900651F9-981E-428A-B9FF-3283DE7B2617}" destId="{979E9E46-FAAF-4DBF-ABE5-D7E961465070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C151FA8-2C09-482F-B013-4B2D6F28C8CD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8F220C7-902F-46E3-ABE1-E789FBCBC8CA}">
      <dgm:prSet/>
      <dgm:spPr/>
      <dgm:t>
        <a:bodyPr/>
        <a:lstStyle/>
        <a:p>
          <a:r>
            <a:rPr lang="en-GB" b="1"/>
            <a:t>Can We build the solution in a Timely fashion?</a:t>
          </a:r>
          <a:endParaRPr lang="en-US"/>
        </a:p>
      </dgm:t>
    </dgm:pt>
    <dgm:pt modelId="{2505C158-5207-440F-ABEF-EBABBD307021}" type="parTrans" cxnId="{1B9D2C12-5F62-4493-8B11-FD56125D667B}">
      <dgm:prSet/>
      <dgm:spPr/>
      <dgm:t>
        <a:bodyPr/>
        <a:lstStyle/>
        <a:p>
          <a:endParaRPr lang="en-US"/>
        </a:p>
      </dgm:t>
    </dgm:pt>
    <dgm:pt modelId="{9FE831B2-8CD6-426D-80EF-F292FF7C0263}" type="sibTrans" cxnId="{1B9D2C12-5F62-4493-8B11-FD56125D667B}">
      <dgm:prSet/>
      <dgm:spPr/>
      <dgm:t>
        <a:bodyPr/>
        <a:lstStyle/>
        <a:p>
          <a:endParaRPr lang="en-US"/>
        </a:p>
      </dgm:t>
    </dgm:pt>
    <dgm:pt modelId="{C0EA431B-6F4D-4B29-AD44-C1523551C86F}">
      <dgm:prSet/>
      <dgm:spPr/>
      <dgm:t>
        <a:bodyPr/>
        <a:lstStyle/>
        <a:p>
          <a:r>
            <a:rPr lang="en-GB"/>
            <a:t>Be familiar with the timeline the organisation has set out</a:t>
          </a:r>
          <a:endParaRPr lang="en-US"/>
        </a:p>
      </dgm:t>
    </dgm:pt>
    <dgm:pt modelId="{BAAE3490-C247-4CCF-A6CB-CBE3DB84280D}" type="parTrans" cxnId="{CA75874D-44B5-4ECC-80CB-D4234BCAFEF8}">
      <dgm:prSet/>
      <dgm:spPr/>
      <dgm:t>
        <a:bodyPr/>
        <a:lstStyle/>
        <a:p>
          <a:endParaRPr lang="en-US"/>
        </a:p>
      </dgm:t>
    </dgm:pt>
    <dgm:pt modelId="{F253332B-5975-4A36-8287-3E88C8AD7897}" type="sibTrans" cxnId="{CA75874D-44B5-4ECC-80CB-D4234BCAFEF8}">
      <dgm:prSet/>
      <dgm:spPr/>
      <dgm:t>
        <a:bodyPr/>
        <a:lstStyle/>
        <a:p>
          <a:endParaRPr lang="en-US"/>
        </a:p>
      </dgm:t>
    </dgm:pt>
    <dgm:pt modelId="{55C20B8A-ABAE-41B2-B325-ED7933A3E709}">
      <dgm:prSet/>
      <dgm:spPr/>
      <dgm:t>
        <a:bodyPr/>
        <a:lstStyle/>
        <a:p>
          <a:r>
            <a:rPr lang="en-GB"/>
            <a:t>Any constraints which could affect the timeline and delay it</a:t>
          </a:r>
          <a:endParaRPr lang="en-US"/>
        </a:p>
      </dgm:t>
    </dgm:pt>
    <dgm:pt modelId="{C2AE36C8-8BC5-48BB-9571-8601396B7278}" type="parTrans" cxnId="{53C16E4A-D82D-4A93-948C-861B38EA4A8E}">
      <dgm:prSet/>
      <dgm:spPr/>
      <dgm:t>
        <a:bodyPr/>
        <a:lstStyle/>
        <a:p>
          <a:endParaRPr lang="en-US"/>
        </a:p>
      </dgm:t>
    </dgm:pt>
    <dgm:pt modelId="{BC9B64BB-9117-4BCB-B689-6765D4CB22D5}" type="sibTrans" cxnId="{53C16E4A-D82D-4A93-948C-861B38EA4A8E}">
      <dgm:prSet/>
      <dgm:spPr/>
      <dgm:t>
        <a:bodyPr/>
        <a:lstStyle/>
        <a:p>
          <a:endParaRPr lang="en-US"/>
        </a:p>
      </dgm:t>
    </dgm:pt>
    <dgm:pt modelId="{F9F3011C-6C0D-4297-8DBC-CBC39C71FB62}" type="pres">
      <dgm:prSet presAssocID="{CC151FA8-2C09-482F-B013-4B2D6F28C8CD}" presName="diagram" presStyleCnt="0">
        <dgm:presLayoutVars>
          <dgm:dir/>
          <dgm:resizeHandles val="exact"/>
        </dgm:presLayoutVars>
      </dgm:prSet>
      <dgm:spPr/>
    </dgm:pt>
    <dgm:pt modelId="{AD1296A6-6EE9-447E-9182-2FCA53AE82FF}" type="pres">
      <dgm:prSet presAssocID="{58F220C7-902F-46E3-ABE1-E789FBCBC8CA}" presName="arrow" presStyleLbl="node1" presStyleIdx="0" presStyleCnt="3">
        <dgm:presLayoutVars>
          <dgm:bulletEnabled val="1"/>
        </dgm:presLayoutVars>
      </dgm:prSet>
      <dgm:spPr/>
    </dgm:pt>
    <dgm:pt modelId="{3DE29239-4BFA-4026-A7F6-87FD93093760}" type="pres">
      <dgm:prSet presAssocID="{C0EA431B-6F4D-4B29-AD44-C1523551C86F}" presName="arrow" presStyleLbl="node1" presStyleIdx="1" presStyleCnt="3">
        <dgm:presLayoutVars>
          <dgm:bulletEnabled val="1"/>
        </dgm:presLayoutVars>
      </dgm:prSet>
      <dgm:spPr/>
    </dgm:pt>
    <dgm:pt modelId="{15281852-D744-467A-893C-A3DF323E3A5D}" type="pres">
      <dgm:prSet presAssocID="{55C20B8A-ABAE-41B2-B325-ED7933A3E709}" presName="arrow" presStyleLbl="node1" presStyleIdx="2" presStyleCnt="3">
        <dgm:presLayoutVars>
          <dgm:bulletEnabled val="1"/>
        </dgm:presLayoutVars>
      </dgm:prSet>
      <dgm:spPr/>
    </dgm:pt>
  </dgm:ptLst>
  <dgm:cxnLst>
    <dgm:cxn modelId="{1B9D2C12-5F62-4493-8B11-FD56125D667B}" srcId="{CC151FA8-2C09-482F-B013-4B2D6F28C8CD}" destId="{58F220C7-902F-46E3-ABE1-E789FBCBC8CA}" srcOrd="0" destOrd="0" parTransId="{2505C158-5207-440F-ABEF-EBABBD307021}" sibTransId="{9FE831B2-8CD6-426D-80EF-F292FF7C0263}"/>
    <dgm:cxn modelId="{53C16E4A-D82D-4A93-948C-861B38EA4A8E}" srcId="{CC151FA8-2C09-482F-B013-4B2D6F28C8CD}" destId="{55C20B8A-ABAE-41B2-B325-ED7933A3E709}" srcOrd="2" destOrd="0" parTransId="{C2AE36C8-8BC5-48BB-9571-8601396B7278}" sibTransId="{BC9B64BB-9117-4BCB-B689-6765D4CB22D5}"/>
    <dgm:cxn modelId="{CA75874D-44B5-4ECC-80CB-D4234BCAFEF8}" srcId="{CC151FA8-2C09-482F-B013-4B2D6F28C8CD}" destId="{C0EA431B-6F4D-4B29-AD44-C1523551C86F}" srcOrd="1" destOrd="0" parTransId="{BAAE3490-C247-4CCF-A6CB-CBE3DB84280D}" sibTransId="{F253332B-5975-4A36-8287-3E88C8AD7897}"/>
    <dgm:cxn modelId="{9738E6B5-6CB2-4E10-A481-EAD279CDEEE9}" type="presOf" srcId="{C0EA431B-6F4D-4B29-AD44-C1523551C86F}" destId="{3DE29239-4BFA-4026-A7F6-87FD93093760}" srcOrd="0" destOrd="0" presId="urn:microsoft.com/office/officeart/2005/8/layout/arrow5"/>
    <dgm:cxn modelId="{2EC766CC-81BF-449E-8979-93D0EACACC78}" type="presOf" srcId="{CC151FA8-2C09-482F-B013-4B2D6F28C8CD}" destId="{F9F3011C-6C0D-4297-8DBC-CBC39C71FB62}" srcOrd="0" destOrd="0" presId="urn:microsoft.com/office/officeart/2005/8/layout/arrow5"/>
    <dgm:cxn modelId="{1C1B54D2-B798-4365-AB8A-46893A41829D}" type="presOf" srcId="{55C20B8A-ABAE-41B2-B325-ED7933A3E709}" destId="{15281852-D744-467A-893C-A3DF323E3A5D}" srcOrd="0" destOrd="0" presId="urn:microsoft.com/office/officeart/2005/8/layout/arrow5"/>
    <dgm:cxn modelId="{A80D1AF6-3563-41AE-82F7-0E44E12B34E2}" type="presOf" srcId="{58F220C7-902F-46E3-ABE1-E789FBCBC8CA}" destId="{AD1296A6-6EE9-447E-9182-2FCA53AE82FF}" srcOrd="0" destOrd="0" presId="urn:microsoft.com/office/officeart/2005/8/layout/arrow5"/>
    <dgm:cxn modelId="{CD08FDB5-6FD5-4DFA-B804-39108CBA7CBA}" type="presParOf" srcId="{F9F3011C-6C0D-4297-8DBC-CBC39C71FB62}" destId="{AD1296A6-6EE9-447E-9182-2FCA53AE82FF}" srcOrd="0" destOrd="0" presId="urn:microsoft.com/office/officeart/2005/8/layout/arrow5"/>
    <dgm:cxn modelId="{4F60BA93-AB90-40AC-B07D-3BE0F591BF16}" type="presParOf" srcId="{F9F3011C-6C0D-4297-8DBC-CBC39C71FB62}" destId="{3DE29239-4BFA-4026-A7F6-87FD93093760}" srcOrd="1" destOrd="0" presId="urn:microsoft.com/office/officeart/2005/8/layout/arrow5"/>
    <dgm:cxn modelId="{441CEFE9-996F-423C-BD82-7A0487861255}" type="presParOf" srcId="{F9F3011C-6C0D-4297-8DBC-CBC39C71FB62}" destId="{15281852-D744-467A-893C-A3DF323E3A5D}" srcOrd="2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9382B12-C9DA-4E1F-ACD8-1BFA870EF19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CC0BDD-0CD2-4AE7-80BC-1F9B40F3293B}">
      <dgm:prSet/>
      <dgm:spPr/>
      <dgm:t>
        <a:bodyPr/>
        <a:lstStyle/>
        <a:p>
          <a:r>
            <a:rPr lang="en-US"/>
            <a:t>How do we compare alternatives?</a:t>
          </a:r>
        </a:p>
      </dgm:t>
    </dgm:pt>
    <dgm:pt modelId="{C20637EE-FB64-4BB0-AE46-C1AA44073E91}" type="parTrans" cxnId="{D0F5CA3E-1B3A-4763-B722-5CFBDEE7DD79}">
      <dgm:prSet/>
      <dgm:spPr/>
      <dgm:t>
        <a:bodyPr/>
        <a:lstStyle/>
        <a:p>
          <a:endParaRPr lang="en-US"/>
        </a:p>
      </dgm:t>
    </dgm:pt>
    <dgm:pt modelId="{759877A3-7999-4312-B478-04EEB8E1422F}" type="sibTrans" cxnId="{D0F5CA3E-1B3A-4763-B722-5CFBDEE7DD79}">
      <dgm:prSet/>
      <dgm:spPr/>
      <dgm:t>
        <a:bodyPr/>
        <a:lstStyle/>
        <a:p>
          <a:endParaRPr lang="en-US"/>
        </a:p>
      </dgm:t>
    </dgm:pt>
    <dgm:pt modelId="{F163767E-E46F-4C1C-ADD7-284FB042AAD3}">
      <dgm:prSet/>
      <dgm:spPr/>
      <dgm:t>
        <a:bodyPr/>
        <a:lstStyle/>
        <a:p>
          <a:r>
            <a:rPr lang="en-US"/>
            <a:t>When there are multiple selection criteria?</a:t>
          </a:r>
        </a:p>
      </dgm:t>
    </dgm:pt>
    <dgm:pt modelId="{767C3356-DC44-425A-883A-5B14995320E0}" type="parTrans" cxnId="{43E6BBE5-DFAD-4026-8501-AFB22DB5F312}">
      <dgm:prSet/>
      <dgm:spPr/>
      <dgm:t>
        <a:bodyPr/>
        <a:lstStyle/>
        <a:p>
          <a:endParaRPr lang="en-US"/>
        </a:p>
      </dgm:t>
    </dgm:pt>
    <dgm:pt modelId="{7D87D371-4A47-4A59-92D2-42D063EF5387}" type="sibTrans" cxnId="{43E6BBE5-DFAD-4026-8501-AFB22DB5F312}">
      <dgm:prSet/>
      <dgm:spPr/>
      <dgm:t>
        <a:bodyPr/>
        <a:lstStyle/>
        <a:p>
          <a:endParaRPr lang="en-US"/>
        </a:p>
      </dgm:t>
    </dgm:pt>
    <dgm:pt modelId="{ED7CCC7B-313C-47B8-9F4D-0D7F7388ADEB}">
      <dgm:prSet/>
      <dgm:spPr/>
      <dgm:t>
        <a:bodyPr/>
        <a:lstStyle/>
        <a:p>
          <a:r>
            <a:rPr lang="en-US"/>
            <a:t>When none of the alternatives is superior across the board? </a:t>
          </a:r>
        </a:p>
      </dgm:t>
    </dgm:pt>
    <dgm:pt modelId="{FB7B81C3-3F39-4E6E-8800-64FA36BE040E}" type="parTrans" cxnId="{495A9835-0071-4074-8693-C1682B15ED1C}">
      <dgm:prSet/>
      <dgm:spPr/>
      <dgm:t>
        <a:bodyPr/>
        <a:lstStyle/>
        <a:p>
          <a:endParaRPr lang="en-US"/>
        </a:p>
      </dgm:t>
    </dgm:pt>
    <dgm:pt modelId="{B9956120-B3CD-4B3F-A7F8-AAE7497ED79B}" type="sibTrans" cxnId="{495A9835-0071-4074-8693-C1682B15ED1C}">
      <dgm:prSet/>
      <dgm:spPr/>
      <dgm:t>
        <a:bodyPr/>
        <a:lstStyle/>
        <a:p>
          <a:endParaRPr lang="en-US"/>
        </a:p>
      </dgm:t>
    </dgm:pt>
    <dgm:pt modelId="{A68536F1-C298-4CEA-9B58-93C1E431B362}">
      <dgm:prSet/>
      <dgm:spPr/>
      <dgm:t>
        <a:bodyPr/>
        <a:lstStyle/>
        <a:p>
          <a:r>
            <a:rPr lang="en-US"/>
            <a:t>Use a Feasibility Analysis Matrix!</a:t>
          </a:r>
        </a:p>
      </dgm:t>
    </dgm:pt>
    <dgm:pt modelId="{8176B4A9-5352-415D-9A60-105924B232D4}" type="parTrans" cxnId="{74F31254-E45B-4748-AC38-6B520D13CE8F}">
      <dgm:prSet/>
      <dgm:spPr/>
      <dgm:t>
        <a:bodyPr/>
        <a:lstStyle/>
        <a:p>
          <a:endParaRPr lang="en-US"/>
        </a:p>
      </dgm:t>
    </dgm:pt>
    <dgm:pt modelId="{B4531B95-236A-41CE-926C-1AF6402D727B}" type="sibTrans" cxnId="{74F31254-E45B-4748-AC38-6B520D13CE8F}">
      <dgm:prSet/>
      <dgm:spPr/>
      <dgm:t>
        <a:bodyPr/>
        <a:lstStyle/>
        <a:p>
          <a:endParaRPr lang="en-US"/>
        </a:p>
      </dgm:t>
    </dgm:pt>
    <dgm:pt modelId="{5289BA6B-133E-4457-B33E-A715697B383C}">
      <dgm:prSet/>
      <dgm:spPr/>
      <dgm:t>
        <a:bodyPr/>
        <a:lstStyle/>
        <a:p>
          <a:r>
            <a:rPr lang="en-US"/>
            <a:t>The columns correspond to the candidate solutions;</a:t>
          </a:r>
        </a:p>
      </dgm:t>
    </dgm:pt>
    <dgm:pt modelId="{5ADB21C9-28CB-4D95-81A5-E1A1A462AB3C}" type="parTrans" cxnId="{97B7BFD3-1348-4B6B-AD05-4890E2F115EC}">
      <dgm:prSet/>
      <dgm:spPr/>
      <dgm:t>
        <a:bodyPr/>
        <a:lstStyle/>
        <a:p>
          <a:endParaRPr lang="en-US"/>
        </a:p>
      </dgm:t>
    </dgm:pt>
    <dgm:pt modelId="{2FBB1E87-B2C8-4745-A6E4-CA3A7AE0F747}" type="sibTrans" cxnId="{97B7BFD3-1348-4B6B-AD05-4890E2F115EC}">
      <dgm:prSet/>
      <dgm:spPr/>
      <dgm:t>
        <a:bodyPr/>
        <a:lstStyle/>
        <a:p>
          <a:endParaRPr lang="en-US"/>
        </a:p>
      </dgm:t>
    </dgm:pt>
    <dgm:pt modelId="{6FAFA06D-BF94-4B0D-8811-728097D3ACF0}">
      <dgm:prSet/>
      <dgm:spPr/>
      <dgm:t>
        <a:bodyPr/>
        <a:lstStyle/>
        <a:p>
          <a:r>
            <a:rPr lang="en-US"/>
            <a:t>The rows correspond to the feasibility criteria;</a:t>
          </a:r>
        </a:p>
      </dgm:t>
    </dgm:pt>
    <dgm:pt modelId="{553BC60F-C865-4C97-B439-2EB29A1A14E8}" type="parTrans" cxnId="{CCED632B-A8D1-48C7-ABED-4327884F20A0}">
      <dgm:prSet/>
      <dgm:spPr/>
      <dgm:t>
        <a:bodyPr/>
        <a:lstStyle/>
        <a:p>
          <a:endParaRPr lang="en-US"/>
        </a:p>
      </dgm:t>
    </dgm:pt>
    <dgm:pt modelId="{6EB19E78-0683-4EA9-80F5-89E0F46B4657}" type="sibTrans" cxnId="{CCED632B-A8D1-48C7-ABED-4327884F20A0}">
      <dgm:prSet/>
      <dgm:spPr/>
      <dgm:t>
        <a:bodyPr/>
        <a:lstStyle/>
        <a:p>
          <a:endParaRPr lang="en-US"/>
        </a:p>
      </dgm:t>
    </dgm:pt>
    <dgm:pt modelId="{680D2E0D-2CB3-4036-9BE4-32231FEF81FE}">
      <dgm:prSet/>
      <dgm:spPr/>
      <dgm:t>
        <a:bodyPr/>
        <a:lstStyle/>
        <a:p>
          <a:r>
            <a:rPr lang="en-US"/>
            <a:t>The cells contain the feasibility assessment notes for each candidate;</a:t>
          </a:r>
        </a:p>
      </dgm:t>
    </dgm:pt>
    <dgm:pt modelId="{EE1B31CB-BFC8-495B-8FFB-3B6C7B530F38}" type="parTrans" cxnId="{C21B0AA8-C356-4E8B-B908-CD9C174FF444}">
      <dgm:prSet/>
      <dgm:spPr/>
      <dgm:t>
        <a:bodyPr/>
        <a:lstStyle/>
        <a:p>
          <a:endParaRPr lang="en-US"/>
        </a:p>
      </dgm:t>
    </dgm:pt>
    <dgm:pt modelId="{8C76B0D0-ECBA-442E-BDF7-889C973FE719}" type="sibTrans" cxnId="{C21B0AA8-C356-4E8B-B908-CD9C174FF444}">
      <dgm:prSet/>
      <dgm:spPr/>
      <dgm:t>
        <a:bodyPr/>
        <a:lstStyle/>
        <a:p>
          <a:endParaRPr lang="en-US"/>
        </a:p>
      </dgm:t>
    </dgm:pt>
    <dgm:pt modelId="{871A09D9-6077-4358-BC48-36EB933C7668}">
      <dgm:prSet/>
      <dgm:spPr/>
      <dgm:t>
        <a:bodyPr/>
        <a:lstStyle/>
        <a:p>
          <a:r>
            <a:rPr lang="en-US" dirty="0"/>
            <a:t>Each row can be assigned a rank or score for each criterion</a:t>
          </a:r>
        </a:p>
      </dgm:t>
    </dgm:pt>
    <dgm:pt modelId="{47601DB8-B20F-466B-9ED3-93ADD6AD9677}" type="parTrans" cxnId="{71492570-5256-4109-8D5F-C4B8F0B35F5E}">
      <dgm:prSet/>
      <dgm:spPr/>
      <dgm:t>
        <a:bodyPr/>
        <a:lstStyle/>
        <a:p>
          <a:endParaRPr lang="en-US"/>
        </a:p>
      </dgm:t>
    </dgm:pt>
    <dgm:pt modelId="{F51033ED-3F61-4EE3-A15A-7234DBA2846A}" type="sibTrans" cxnId="{71492570-5256-4109-8D5F-C4B8F0B35F5E}">
      <dgm:prSet/>
      <dgm:spPr/>
      <dgm:t>
        <a:bodyPr/>
        <a:lstStyle/>
        <a:p>
          <a:endParaRPr lang="en-US"/>
        </a:p>
      </dgm:t>
    </dgm:pt>
    <dgm:pt modelId="{F3251294-461F-491C-A7A9-55E40580A525}">
      <dgm:prSet/>
      <dgm:spPr/>
      <dgm:t>
        <a:bodyPr/>
        <a:lstStyle/>
        <a:p>
          <a:r>
            <a:rPr lang="en-US" dirty="0"/>
            <a:t>e.g., for operational feasibility, candidates can be ranked 1, 2, 3, etc.</a:t>
          </a:r>
        </a:p>
      </dgm:t>
    </dgm:pt>
    <dgm:pt modelId="{2669DA19-C0BC-4724-ACCB-56EFE246CEFC}" type="parTrans" cxnId="{A056097D-1B4A-4769-ABF8-07E63A057B29}">
      <dgm:prSet/>
      <dgm:spPr/>
      <dgm:t>
        <a:bodyPr/>
        <a:lstStyle/>
        <a:p>
          <a:endParaRPr lang="en-US"/>
        </a:p>
      </dgm:t>
    </dgm:pt>
    <dgm:pt modelId="{3681AAAF-9265-48AA-BFA3-153046FCB548}" type="sibTrans" cxnId="{A056097D-1B4A-4769-ABF8-07E63A057B29}">
      <dgm:prSet/>
      <dgm:spPr/>
      <dgm:t>
        <a:bodyPr/>
        <a:lstStyle/>
        <a:p>
          <a:endParaRPr lang="en-US"/>
        </a:p>
      </dgm:t>
    </dgm:pt>
    <dgm:pt modelId="{04ABB66B-2EE0-4CFC-95C3-67763DAB7B6F}">
      <dgm:prSet/>
      <dgm:spPr/>
      <dgm:t>
        <a:bodyPr/>
        <a:lstStyle/>
        <a:p>
          <a:r>
            <a:rPr lang="en-US"/>
            <a:t>A final ranking or score is recorded in the last row. </a:t>
          </a:r>
        </a:p>
      </dgm:t>
    </dgm:pt>
    <dgm:pt modelId="{D9B9D317-7E5D-4980-8B08-11F30ECE14E9}" type="parTrans" cxnId="{456B3A27-D6C6-449D-B080-F8A8D0984185}">
      <dgm:prSet/>
      <dgm:spPr/>
      <dgm:t>
        <a:bodyPr/>
        <a:lstStyle/>
        <a:p>
          <a:endParaRPr lang="en-US"/>
        </a:p>
      </dgm:t>
    </dgm:pt>
    <dgm:pt modelId="{4551CB76-ED63-41BE-B42A-814AB12A49F5}" type="sibTrans" cxnId="{456B3A27-D6C6-449D-B080-F8A8D0984185}">
      <dgm:prSet/>
      <dgm:spPr/>
      <dgm:t>
        <a:bodyPr/>
        <a:lstStyle/>
        <a:p>
          <a:endParaRPr lang="en-US"/>
        </a:p>
      </dgm:t>
    </dgm:pt>
    <dgm:pt modelId="{BF84C0FE-74F1-43A3-9CF5-22288120D634}">
      <dgm:prSet/>
      <dgm:spPr/>
      <dgm:t>
        <a:bodyPr/>
        <a:lstStyle/>
        <a:p>
          <a:r>
            <a:rPr lang="en-US"/>
            <a:t>Other evaluation criteria to include in the matrix</a:t>
          </a:r>
        </a:p>
      </dgm:t>
    </dgm:pt>
    <dgm:pt modelId="{0C10E200-CEF6-482B-9A39-FCBC7E8D0CB7}" type="parTrans" cxnId="{B5D356E8-62A3-4266-B888-12F7572715A7}">
      <dgm:prSet/>
      <dgm:spPr/>
      <dgm:t>
        <a:bodyPr/>
        <a:lstStyle/>
        <a:p>
          <a:endParaRPr lang="en-US"/>
        </a:p>
      </dgm:t>
    </dgm:pt>
    <dgm:pt modelId="{2E8ED8ED-20CB-4787-BC3C-DABC12536DA2}" type="sibTrans" cxnId="{B5D356E8-62A3-4266-B888-12F7572715A7}">
      <dgm:prSet/>
      <dgm:spPr/>
      <dgm:t>
        <a:bodyPr/>
        <a:lstStyle/>
        <a:p>
          <a:endParaRPr lang="en-US"/>
        </a:p>
      </dgm:t>
    </dgm:pt>
    <dgm:pt modelId="{C59DF91B-9566-4A88-9E37-6AC362679D83}">
      <dgm:prSet/>
      <dgm:spPr/>
      <dgm:t>
        <a:bodyPr/>
        <a:lstStyle/>
        <a:p>
          <a:r>
            <a:rPr lang="en-US"/>
            <a:t>quality of output</a:t>
          </a:r>
        </a:p>
      </dgm:t>
    </dgm:pt>
    <dgm:pt modelId="{888FA0E6-022E-45EA-9065-54FBA8CFDCCB}" type="parTrans" cxnId="{6631ADC2-1E47-4B43-AB5F-5BE643980D0A}">
      <dgm:prSet/>
      <dgm:spPr/>
      <dgm:t>
        <a:bodyPr/>
        <a:lstStyle/>
        <a:p>
          <a:endParaRPr lang="en-US"/>
        </a:p>
      </dgm:t>
    </dgm:pt>
    <dgm:pt modelId="{76E3EBD3-B227-4252-B999-2FE237516860}" type="sibTrans" cxnId="{6631ADC2-1E47-4B43-AB5F-5BE643980D0A}">
      <dgm:prSet/>
      <dgm:spPr/>
      <dgm:t>
        <a:bodyPr/>
        <a:lstStyle/>
        <a:p>
          <a:endParaRPr lang="en-US"/>
        </a:p>
      </dgm:t>
    </dgm:pt>
    <dgm:pt modelId="{D7174BDE-EA90-45F8-98CC-100348B27ED2}">
      <dgm:prSet/>
      <dgm:spPr/>
      <dgm:t>
        <a:bodyPr/>
        <a:lstStyle/>
        <a:p>
          <a:r>
            <a:rPr lang="en-US"/>
            <a:t>ease of use</a:t>
          </a:r>
        </a:p>
      </dgm:t>
    </dgm:pt>
    <dgm:pt modelId="{73722144-EAD8-46DB-A776-8B369EC0B462}" type="parTrans" cxnId="{005396F2-32F0-4362-902F-CF1F1E9626A3}">
      <dgm:prSet/>
      <dgm:spPr/>
      <dgm:t>
        <a:bodyPr/>
        <a:lstStyle/>
        <a:p>
          <a:endParaRPr lang="en-US"/>
        </a:p>
      </dgm:t>
    </dgm:pt>
    <dgm:pt modelId="{7840535D-15EB-4AC6-AB88-5DFC410FAFE2}" type="sibTrans" cxnId="{005396F2-32F0-4362-902F-CF1F1E9626A3}">
      <dgm:prSet/>
      <dgm:spPr/>
      <dgm:t>
        <a:bodyPr/>
        <a:lstStyle/>
        <a:p>
          <a:endParaRPr lang="en-US"/>
        </a:p>
      </dgm:t>
    </dgm:pt>
    <dgm:pt modelId="{CACACB78-7B9D-4E28-B447-2DEDA2BFCDDC}">
      <dgm:prSet/>
      <dgm:spPr/>
      <dgm:t>
        <a:bodyPr/>
        <a:lstStyle/>
        <a:p>
          <a:r>
            <a:rPr lang="en-US"/>
            <a:t>vendor support</a:t>
          </a:r>
        </a:p>
      </dgm:t>
    </dgm:pt>
    <dgm:pt modelId="{160E3651-6979-4E07-9721-9AF140A14776}" type="parTrans" cxnId="{4E563589-23BB-4277-9A72-B35C96899EE8}">
      <dgm:prSet/>
      <dgm:spPr/>
      <dgm:t>
        <a:bodyPr/>
        <a:lstStyle/>
        <a:p>
          <a:endParaRPr lang="en-US"/>
        </a:p>
      </dgm:t>
    </dgm:pt>
    <dgm:pt modelId="{2ABFFA58-D166-4CE2-8509-5FF0372E13A0}" type="sibTrans" cxnId="{4E563589-23BB-4277-9A72-B35C96899EE8}">
      <dgm:prSet/>
      <dgm:spPr/>
      <dgm:t>
        <a:bodyPr/>
        <a:lstStyle/>
        <a:p>
          <a:endParaRPr lang="en-US"/>
        </a:p>
      </dgm:t>
    </dgm:pt>
    <dgm:pt modelId="{5FBE4EE7-EC3B-4887-9DFB-489B1173F3A0}">
      <dgm:prSet/>
      <dgm:spPr/>
      <dgm:t>
        <a:bodyPr/>
        <a:lstStyle/>
        <a:p>
          <a:r>
            <a:rPr lang="en-US"/>
            <a:t>cost of maintenance</a:t>
          </a:r>
        </a:p>
      </dgm:t>
    </dgm:pt>
    <dgm:pt modelId="{46CCB426-89F1-42A6-9A60-D8970CA13F3A}" type="parTrans" cxnId="{D514E8DC-DE41-47FE-A100-E5EC83B712EB}">
      <dgm:prSet/>
      <dgm:spPr/>
      <dgm:t>
        <a:bodyPr/>
        <a:lstStyle/>
        <a:p>
          <a:endParaRPr lang="en-US"/>
        </a:p>
      </dgm:t>
    </dgm:pt>
    <dgm:pt modelId="{ED055283-13B2-4C1A-A0D7-6CFD383BE97B}" type="sibTrans" cxnId="{D514E8DC-DE41-47FE-A100-E5EC83B712EB}">
      <dgm:prSet/>
      <dgm:spPr/>
      <dgm:t>
        <a:bodyPr/>
        <a:lstStyle/>
        <a:p>
          <a:endParaRPr lang="en-US"/>
        </a:p>
      </dgm:t>
    </dgm:pt>
    <dgm:pt modelId="{C729FCD7-4B3F-4F62-BEC6-8F90D3392B69}">
      <dgm:prSet/>
      <dgm:spPr/>
      <dgm:t>
        <a:bodyPr/>
        <a:lstStyle/>
        <a:p>
          <a:r>
            <a:rPr lang="en-US"/>
            <a:t>load on system</a:t>
          </a:r>
        </a:p>
      </dgm:t>
    </dgm:pt>
    <dgm:pt modelId="{4A1D61F5-3BB4-413D-B4C9-8737AB47F8B2}" type="parTrans" cxnId="{5511049D-AE65-4671-89CD-48078422CD91}">
      <dgm:prSet/>
      <dgm:spPr/>
      <dgm:t>
        <a:bodyPr/>
        <a:lstStyle/>
        <a:p>
          <a:endParaRPr lang="en-US"/>
        </a:p>
      </dgm:t>
    </dgm:pt>
    <dgm:pt modelId="{88AC45A4-FDBD-4789-AAEC-AF2AFBF3AF6C}" type="sibTrans" cxnId="{5511049D-AE65-4671-89CD-48078422CD91}">
      <dgm:prSet/>
      <dgm:spPr/>
      <dgm:t>
        <a:bodyPr/>
        <a:lstStyle/>
        <a:p>
          <a:endParaRPr lang="en-US"/>
        </a:p>
      </dgm:t>
    </dgm:pt>
    <dgm:pt modelId="{47A8C9D3-281C-C849-A62B-074678BB9254}" type="pres">
      <dgm:prSet presAssocID="{29382B12-C9DA-4E1F-ACD8-1BFA870EF196}" presName="linear" presStyleCnt="0">
        <dgm:presLayoutVars>
          <dgm:animLvl val="lvl"/>
          <dgm:resizeHandles val="exact"/>
        </dgm:presLayoutVars>
      </dgm:prSet>
      <dgm:spPr/>
    </dgm:pt>
    <dgm:pt modelId="{D0C004F0-14D2-7D4E-9180-14CCB23C764B}" type="pres">
      <dgm:prSet presAssocID="{11CC0BDD-0CD2-4AE7-80BC-1F9B40F3293B}" presName="parentText" presStyleLbl="node1" presStyleIdx="0" presStyleCnt="3" custLinFactNeighborX="-489" custLinFactNeighborY="-3287">
        <dgm:presLayoutVars>
          <dgm:chMax val="0"/>
          <dgm:bulletEnabled val="1"/>
        </dgm:presLayoutVars>
      </dgm:prSet>
      <dgm:spPr/>
    </dgm:pt>
    <dgm:pt modelId="{4A84B9A9-3DC6-7F45-8F23-78554A18B168}" type="pres">
      <dgm:prSet presAssocID="{11CC0BDD-0CD2-4AE7-80BC-1F9B40F3293B}" presName="childText" presStyleLbl="revTx" presStyleIdx="0" presStyleCnt="3">
        <dgm:presLayoutVars>
          <dgm:bulletEnabled val="1"/>
        </dgm:presLayoutVars>
      </dgm:prSet>
      <dgm:spPr/>
    </dgm:pt>
    <dgm:pt modelId="{F476F90C-C57F-FD48-8B4F-85F9F57A5155}" type="pres">
      <dgm:prSet presAssocID="{A68536F1-C298-4CEA-9B58-93C1E431B36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76B12B7-6B44-1C40-A374-0A93F6D8C893}" type="pres">
      <dgm:prSet presAssocID="{A68536F1-C298-4CEA-9B58-93C1E431B362}" presName="childText" presStyleLbl="revTx" presStyleIdx="1" presStyleCnt="3">
        <dgm:presLayoutVars>
          <dgm:bulletEnabled val="1"/>
        </dgm:presLayoutVars>
      </dgm:prSet>
      <dgm:spPr/>
    </dgm:pt>
    <dgm:pt modelId="{B0DD9819-16D0-5348-A4D3-CDAF709E77B2}" type="pres">
      <dgm:prSet presAssocID="{BF84C0FE-74F1-43A3-9CF5-22288120D634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8DC4DF0-2C2F-2A47-A14B-43810DE15373}" type="pres">
      <dgm:prSet presAssocID="{BF84C0FE-74F1-43A3-9CF5-22288120D634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C421840F-06F6-F74D-B6A9-1244015938DF}" type="presOf" srcId="{ED7CCC7B-313C-47B8-9F4D-0D7F7388ADEB}" destId="{4A84B9A9-3DC6-7F45-8F23-78554A18B168}" srcOrd="0" destOrd="1" presId="urn:microsoft.com/office/officeart/2005/8/layout/vList2"/>
    <dgm:cxn modelId="{506AE019-BCBB-1D4D-AD3A-7DC1B58F7256}" type="presOf" srcId="{5FBE4EE7-EC3B-4887-9DFB-489B1173F3A0}" destId="{28DC4DF0-2C2F-2A47-A14B-43810DE15373}" srcOrd="0" destOrd="3" presId="urn:microsoft.com/office/officeart/2005/8/layout/vList2"/>
    <dgm:cxn modelId="{456B3A27-D6C6-449D-B080-F8A8D0984185}" srcId="{A68536F1-C298-4CEA-9B58-93C1E431B362}" destId="{04ABB66B-2EE0-4CFC-95C3-67763DAB7B6F}" srcOrd="4" destOrd="0" parTransId="{D9B9D317-7E5D-4980-8B08-11F30ECE14E9}" sibTransId="{4551CB76-ED63-41BE-B42A-814AB12A49F5}"/>
    <dgm:cxn modelId="{CCED632B-A8D1-48C7-ABED-4327884F20A0}" srcId="{A68536F1-C298-4CEA-9B58-93C1E431B362}" destId="{6FAFA06D-BF94-4B0D-8811-728097D3ACF0}" srcOrd="1" destOrd="0" parTransId="{553BC60F-C865-4C97-B439-2EB29A1A14E8}" sibTransId="{6EB19E78-0683-4EA9-80F5-89E0F46B4657}"/>
    <dgm:cxn modelId="{495A9835-0071-4074-8693-C1682B15ED1C}" srcId="{11CC0BDD-0CD2-4AE7-80BC-1F9B40F3293B}" destId="{ED7CCC7B-313C-47B8-9F4D-0D7F7388ADEB}" srcOrd="1" destOrd="0" parTransId="{FB7B81C3-3F39-4E6E-8800-64FA36BE040E}" sibTransId="{B9956120-B3CD-4B3F-A7F8-AAE7497ED79B}"/>
    <dgm:cxn modelId="{0A9EDC36-26A0-FB4A-8AF5-4966B13B84ED}" type="presOf" srcId="{29382B12-C9DA-4E1F-ACD8-1BFA870EF196}" destId="{47A8C9D3-281C-C849-A62B-074678BB9254}" srcOrd="0" destOrd="0" presId="urn:microsoft.com/office/officeart/2005/8/layout/vList2"/>
    <dgm:cxn modelId="{9D0FA739-2D59-D44F-856A-6648AF852258}" type="presOf" srcId="{CACACB78-7B9D-4E28-B447-2DEDA2BFCDDC}" destId="{28DC4DF0-2C2F-2A47-A14B-43810DE15373}" srcOrd="0" destOrd="2" presId="urn:microsoft.com/office/officeart/2005/8/layout/vList2"/>
    <dgm:cxn modelId="{D0F5CA3E-1B3A-4763-B722-5CFBDEE7DD79}" srcId="{29382B12-C9DA-4E1F-ACD8-1BFA870EF196}" destId="{11CC0BDD-0CD2-4AE7-80BC-1F9B40F3293B}" srcOrd="0" destOrd="0" parTransId="{C20637EE-FB64-4BB0-AE46-C1AA44073E91}" sibTransId="{759877A3-7999-4312-B478-04EEB8E1422F}"/>
    <dgm:cxn modelId="{F747EF66-8D77-954A-8E52-06EB7595976F}" type="presOf" srcId="{11CC0BDD-0CD2-4AE7-80BC-1F9B40F3293B}" destId="{D0C004F0-14D2-7D4E-9180-14CCB23C764B}" srcOrd="0" destOrd="0" presId="urn:microsoft.com/office/officeart/2005/8/layout/vList2"/>
    <dgm:cxn modelId="{71492570-5256-4109-8D5F-C4B8F0B35F5E}" srcId="{A68536F1-C298-4CEA-9B58-93C1E431B362}" destId="{871A09D9-6077-4358-BC48-36EB933C7668}" srcOrd="3" destOrd="0" parTransId="{47601DB8-B20F-466B-9ED3-93ADD6AD9677}" sibTransId="{F51033ED-3F61-4EE3-A15A-7234DBA2846A}"/>
    <dgm:cxn modelId="{74F31254-E45B-4748-AC38-6B520D13CE8F}" srcId="{29382B12-C9DA-4E1F-ACD8-1BFA870EF196}" destId="{A68536F1-C298-4CEA-9B58-93C1E431B362}" srcOrd="1" destOrd="0" parTransId="{8176B4A9-5352-415D-9A60-105924B232D4}" sibTransId="{B4531B95-236A-41CE-926C-1AF6402D727B}"/>
    <dgm:cxn modelId="{157E1C56-9B57-714A-8D47-9888D2F0293E}" type="presOf" srcId="{5289BA6B-133E-4457-B33E-A715697B383C}" destId="{A76B12B7-6B44-1C40-A374-0A93F6D8C893}" srcOrd="0" destOrd="0" presId="urn:microsoft.com/office/officeart/2005/8/layout/vList2"/>
    <dgm:cxn modelId="{AF25A277-039F-BA44-9914-DF9EE2954F09}" type="presOf" srcId="{F163767E-E46F-4C1C-ADD7-284FB042AAD3}" destId="{4A84B9A9-3DC6-7F45-8F23-78554A18B168}" srcOrd="0" destOrd="0" presId="urn:microsoft.com/office/officeart/2005/8/layout/vList2"/>
    <dgm:cxn modelId="{A056097D-1B4A-4769-ABF8-07E63A057B29}" srcId="{871A09D9-6077-4358-BC48-36EB933C7668}" destId="{F3251294-461F-491C-A7A9-55E40580A525}" srcOrd="0" destOrd="0" parTransId="{2669DA19-C0BC-4724-ACCB-56EFE246CEFC}" sibTransId="{3681AAAF-9265-48AA-BFA3-153046FCB548}"/>
    <dgm:cxn modelId="{54495285-4BAC-7546-A47F-B3FBF300D734}" type="presOf" srcId="{6FAFA06D-BF94-4B0D-8811-728097D3ACF0}" destId="{A76B12B7-6B44-1C40-A374-0A93F6D8C893}" srcOrd="0" destOrd="1" presId="urn:microsoft.com/office/officeart/2005/8/layout/vList2"/>
    <dgm:cxn modelId="{4E563589-23BB-4277-9A72-B35C96899EE8}" srcId="{BF84C0FE-74F1-43A3-9CF5-22288120D634}" destId="{CACACB78-7B9D-4E28-B447-2DEDA2BFCDDC}" srcOrd="2" destOrd="0" parTransId="{160E3651-6979-4E07-9721-9AF140A14776}" sibTransId="{2ABFFA58-D166-4CE2-8509-5FF0372E13A0}"/>
    <dgm:cxn modelId="{6D53478D-BDB5-1345-98DA-782AC0DBC3F4}" type="presOf" srcId="{680D2E0D-2CB3-4036-9BE4-32231FEF81FE}" destId="{A76B12B7-6B44-1C40-A374-0A93F6D8C893}" srcOrd="0" destOrd="2" presId="urn:microsoft.com/office/officeart/2005/8/layout/vList2"/>
    <dgm:cxn modelId="{C6F37A94-26C5-3F49-80FC-285D6D75EC1A}" type="presOf" srcId="{D7174BDE-EA90-45F8-98CC-100348B27ED2}" destId="{28DC4DF0-2C2F-2A47-A14B-43810DE15373}" srcOrd="0" destOrd="1" presId="urn:microsoft.com/office/officeart/2005/8/layout/vList2"/>
    <dgm:cxn modelId="{5511049D-AE65-4671-89CD-48078422CD91}" srcId="{BF84C0FE-74F1-43A3-9CF5-22288120D634}" destId="{C729FCD7-4B3F-4F62-BEC6-8F90D3392B69}" srcOrd="4" destOrd="0" parTransId="{4A1D61F5-3BB4-413D-B4C9-8737AB47F8B2}" sibTransId="{88AC45A4-FDBD-4789-AAEC-AF2AFBF3AF6C}"/>
    <dgm:cxn modelId="{059498A4-B911-E449-8D9B-0DA5E6D11B7D}" type="presOf" srcId="{C59DF91B-9566-4A88-9E37-6AC362679D83}" destId="{28DC4DF0-2C2F-2A47-A14B-43810DE15373}" srcOrd="0" destOrd="0" presId="urn:microsoft.com/office/officeart/2005/8/layout/vList2"/>
    <dgm:cxn modelId="{C21B0AA8-C356-4E8B-B908-CD9C174FF444}" srcId="{A68536F1-C298-4CEA-9B58-93C1E431B362}" destId="{680D2E0D-2CB3-4036-9BE4-32231FEF81FE}" srcOrd="2" destOrd="0" parTransId="{EE1B31CB-BFC8-495B-8FFB-3B6C7B530F38}" sibTransId="{8C76B0D0-ECBA-442E-BDF7-889C973FE719}"/>
    <dgm:cxn modelId="{80B16DAF-D03B-4545-A62D-C7676819150A}" type="presOf" srcId="{C729FCD7-4B3F-4F62-BEC6-8F90D3392B69}" destId="{28DC4DF0-2C2F-2A47-A14B-43810DE15373}" srcOrd="0" destOrd="4" presId="urn:microsoft.com/office/officeart/2005/8/layout/vList2"/>
    <dgm:cxn modelId="{121075B1-29B7-C145-95EF-6B826ED6800F}" type="presOf" srcId="{871A09D9-6077-4358-BC48-36EB933C7668}" destId="{A76B12B7-6B44-1C40-A374-0A93F6D8C893}" srcOrd="0" destOrd="3" presId="urn:microsoft.com/office/officeart/2005/8/layout/vList2"/>
    <dgm:cxn modelId="{6631ADC2-1E47-4B43-AB5F-5BE643980D0A}" srcId="{BF84C0FE-74F1-43A3-9CF5-22288120D634}" destId="{C59DF91B-9566-4A88-9E37-6AC362679D83}" srcOrd="0" destOrd="0" parTransId="{888FA0E6-022E-45EA-9065-54FBA8CFDCCB}" sibTransId="{76E3EBD3-B227-4252-B999-2FE237516860}"/>
    <dgm:cxn modelId="{97B7BFD3-1348-4B6B-AD05-4890E2F115EC}" srcId="{A68536F1-C298-4CEA-9B58-93C1E431B362}" destId="{5289BA6B-133E-4457-B33E-A715697B383C}" srcOrd="0" destOrd="0" parTransId="{5ADB21C9-28CB-4D95-81A5-E1A1A462AB3C}" sibTransId="{2FBB1E87-B2C8-4745-A6E4-CA3A7AE0F747}"/>
    <dgm:cxn modelId="{05E87CD8-0E80-144B-9FC6-5B2FFA2F7758}" type="presOf" srcId="{F3251294-461F-491C-A7A9-55E40580A525}" destId="{A76B12B7-6B44-1C40-A374-0A93F6D8C893}" srcOrd="0" destOrd="4" presId="urn:microsoft.com/office/officeart/2005/8/layout/vList2"/>
    <dgm:cxn modelId="{D514E8DC-DE41-47FE-A100-E5EC83B712EB}" srcId="{BF84C0FE-74F1-43A3-9CF5-22288120D634}" destId="{5FBE4EE7-EC3B-4887-9DFB-489B1173F3A0}" srcOrd="3" destOrd="0" parTransId="{46CCB426-89F1-42A6-9A60-D8970CA13F3A}" sibTransId="{ED055283-13B2-4C1A-A0D7-6CFD383BE97B}"/>
    <dgm:cxn modelId="{F306E3DD-7A57-2746-9961-E410892ECEF3}" type="presOf" srcId="{BF84C0FE-74F1-43A3-9CF5-22288120D634}" destId="{B0DD9819-16D0-5348-A4D3-CDAF709E77B2}" srcOrd="0" destOrd="0" presId="urn:microsoft.com/office/officeart/2005/8/layout/vList2"/>
    <dgm:cxn modelId="{43E6BBE5-DFAD-4026-8501-AFB22DB5F312}" srcId="{11CC0BDD-0CD2-4AE7-80BC-1F9B40F3293B}" destId="{F163767E-E46F-4C1C-ADD7-284FB042AAD3}" srcOrd="0" destOrd="0" parTransId="{767C3356-DC44-425A-883A-5B14995320E0}" sibTransId="{7D87D371-4A47-4A59-92D2-42D063EF5387}"/>
    <dgm:cxn modelId="{B5D356E8-62A3-4266-B888-12F7572715A7}" srcId="{29382B12-C9DA-4E1F-ACD8-1BFA870EF196}" destId="{BF84C0FE-74F1-43A3-9CF5-22288120D634}" srcOrd="2" destOrd="0" parTransId="{0C10E200-CEF6-482B-9A39-FCBC7E8D0CB7}" sibTransId="{2E8ED8ED-20CB-4787-BC3C-DABC12536DA2}"/>
    <dgm:cxn modelId="{245BDCEB-6BD1-2540-8601-287E91793E45}" type="presOf" srcId="{A68536F1-C298-4CEA-9B58-93C1E431B362}" destId="{F476F90C-C57F-FD48-8B4F-85F9F57A5155}" srcOrd="0" destOrd="0" presId="urn:microsoft.com/office/officeart/2005/8/layout/vList2"/>
    <dgm:cxn modelId="{98E579ED-28F2-CE4C-AE27-2111E185DEF2}" type="presOf" srcId="{04ABB66B-2EE0-4CFC-95C3-67763DAB7B6F}" destId="{A76B12B7-6B44-1C40-A374-0A93F6D8C893}" srcOrd="0" destOrd="5" presId="urn:microsoft.com/office/officeart/2005/8/layout/vList2"/>
    <dgm:cxn modelId="{005396F2-32F0-4362-902F-CF1F1E9626A3}" srcId="{BF84C0FE-74F1-43A3-9CF5-22288120D634}" destId="{D7174BDE-EA90-45F8-98CC-100348B27ED2}" srcOrd="1" destOrd="0" parTransId="{73722144-EAD8-46DB-A776-8B369EC0B462}" sibTransId="{7840535D-15EB-4AC6-AB88-5DFC410FAFE2}"/>
    <dgm:cxn modelId="{6ED25506-2886-2447-AB1A-41B1739EB8EA}" type="presParOf" srcId="{47A8C9D3-281C-C849-A62B-074678BB9254}" destId="{D0C004F0-14D2-7D4E-9180-14CCB23C764B}" srcOrd="0" destOrd="0" presId="urn:microsoft.com/office/officeart/2005/8/layout/vList2"/>
    <dgm:cxn modelId="{F8EBDC85-2B32-1C49-8EB5-EFC0233AFF19}" type="presParOf" srcId="{47A8C9D3-281C-C849-A62B-074678BB9254}" destId="{4A84B9A9-3DC6-7F45-8F23-78554A18B168}" srcOrd="1" destOrd="0" presId="urn:microsoft.com/office/officeart/2005/8/layout/vList2"/>
    <dgm:cxn modelId="{E4C517CF-6DEA-184E-BA3B-836E8AA03E24}" type="presParOf" srcId="{47A8C9D3-281C-C849-A62B-074678BB9254}" destId="{F476F90C-C57F-FD48-8B4F-85F9F57A5155}" srcOrd="2" destOrd="0" presId="urn:microsoft.com/office/officeart/2005/8/layout/vList2"/>
    <dgm:cxn modelId="{AA4DBE5C-1829-3A43-A943-194FDC8DAD17}" type="presParOf" srcId="{47A8C9D3-281C-C849-A62B-074678BB9254}" destId="{A76B12B7-6B44-1C40-A374-0A93F6D8C893}" srcOrd="3" destOrd="0" presId="urn:microsoft.com/office/officeart/2005/8/layout/vList2"/>
    <dgm:cxn modelId="{B7EA8F18-1A15-7147-AFF3-59CBFC4BA426}" type="presParOf" srcId="{47A8C9D3-281C-C849-A62B-074678BB9254}" destId="{B0DD9819-16D0-5348-A4D3-CDAF709E77B2}" srcOrd="4" destOrd="0" presId="urn:microsoft.com/office/officeart/2005/8/layout/vList2"/>
    <dgm:cxn modelId="{1B942F0E-52C5-0F47-A050-0AFF9A64FA18}" type="presParOf" srcId="{47A8C9D3-281C-C849-A62B-074678BB9254}" destId="{28DC4DF0-2C2F-2A47-A14B-43810DE15373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B9C68-438A-43BA-BBEF-3E62A363C5E4}">
      <dsp:nvSpPr>
        <dsp:cNvPr id="0" name=""/>
        <dsp:cNvSpPr/>
      </dsp:nvSpPr>
      <dsp:spPr>
        <a:xfrm>
          <a:off x="0" y="4764"/>
          <a:ext cx="4613672" cy="11089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694A8D-E449-4D7E-8793-7FDFB85E54AC}">
      <dsp:nvSpPr>
        <dsp:cNvPr id="0" name=""/>
        <dsp:cNvSpPr/>
      </dsp:nvSpPr>
      <dsp:spPr>
        <a:xfrm>
          <a:off x="335445" y="254269"/>
          <a:ext cx="609900" cy="6099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74AE02-C1AA-4774-A930-6F3689939CA1}">
      <dsp:nvSpPr>
        <dsp:cNvPr id="0" name=""/>
        <dsp:cNvSpPr/>
      </dsp:nvSpPr>
      <dsp:spPr>
        <a:xfrm>
          <a:off x="1280790" y="4764"/>
          <a:ext cx="2076152" cy="1108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60" tIns="117360" rIns="117360" bIns="117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What is a feasibility study?</a:t>
          </a:r>
        </a:p>
      </dsp:txBody>
      <dsp:txXfrm>
        <a:off x="1280790" y="4764"/>
        <a:ext cx="2076152" cy="1108909"/>
      </dsp:txXfrm>
    </dsp:sp>
    <dsp:sp modelId="{BA6E984E-4E18-44D5-B92F-F7AA5D980502}">
      <dsp:nvSpPr>
        <dsp:cNvPr id="0" name=""/>
        <dsp:cNvSpPr/>
      </dsp:nvSpPr>
      <dsp:spPr>
        <a:xfrm>
          <a:off x="3356943" y="4764"/>
          <a:ext cx="1255476" cy="1108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60" tIns="117360" rIns="117360" bIns="1173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to study and conclude?</a:t>
          </a:r>
        </a:p>
      </dsp:txBody>
      <dsp:txXfrm>
        <a:off x="3356943" y="4764"/>
        <a:ext cx="1255476" cy="1108909"/>
      </dsp:txXfrm>
    </dsp:sp>
    <dsp:sp modelId="{49FC6E00-246F-4425-893D-7BA089626B1D}">
      <dsp:nvSpPr>
        <dsp:cNvPr id="0" name=""/>
        <dsp:cNvSpPr/>
      </dsp:nvSpPr>
      <dsp:spPr>
        <a:xfrm>
          <a:off x="0" y="1390901"/>
          <a:ext cx="4613672" cy="11089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1C34BD-D9E1-4768-923E-935C74406590}">
      <dsp:nvSpPr>
        <dsp:cNvPr id="0" name=""/>
        <dsp:cNvSpPr/>
      </dsp:nvSpPr>
      <dsp:spPr>
        <a:xfrm>
          <a:off x="335445" y="1640406"/>
          <a:ext cx="609900" cy="609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3BC90-011F-4C54-A4CD-E14ADDCDAC59}">
      <dsp:nvSpPr>
        <dsp:cNvPr id="0" name=""/>
        <dsp:cNvSpPr/>
      </dsp:nvSpPr>
      <dsp:spPr>
        <a:xfrm>
          <a:off x="1280790" y="1390901"/>
          <a:ext cx="2076152" cy="1108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60" tIns="117360" rIns="117360" bIns="117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Types of feasibility</a:t>
          </a:r>
        </a:p>
      </dsp:txBody>
      <dsp:txXfrm>
        <a:off x="1280790" y="1390901"/>
        <a:ext cx="2076152" cy="1108909"/>
      </dsp:txXfrm>
    </dsp:sp>
    <dsp:sp modelId="{C7E16153-61C6-4EB6-9895-3E8B49326C0A}">
      <dsp:nvSpPr>
        <dsp:cNvPr id="0" name=""/>
        <dsp:cNvSpPr/>
      </dsp:nvSpPr>
      <dsp:spPr>
        <a:xfrm>
          <a:off x="3356943" y="1390901"/>
          <a:ext cx="1255476" cy="1108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60" tIns="117360" rIns="117360" bIns="1173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Technical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Economic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Schedule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Operational</a:t>
          </a:r>
        </a:p>
      </dsp:txBody>
      <dsp:txXfrm>
        <a:off x="3356943" y="1390901"/>
        <a:ext cx="1255476" cy="1108909"/>
      </dsp:txXfrm>
    </dsp:sp>
    <dsp:sp modelId="{64E631A3-CD54-4BC2-A7A2-0D5D61562AAA}">
      <dsp:nvSpPr>
        <dsp:cNvPr id="0" name=""/>
        <dsp:cNvSpPr/>
      </dsp:nvSpPr>
      <dsp:spPr>
        <a:xfrm>
          <a:off x="0" y="2777038"/>
          <a:ext cx="4613672" cy="11089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EBF1F2-95F5-4149-8DAB-A0D6230A1A78}">
      <dsp:nvSpPr>
        <dsp:cNvPr id="0" name=""/>
        <dsp:cNvSpPr/>
      </dsp:nvSpPr>
      <dsp:spPr>
        <a:xfrm>
          <a:off x="335445" y="3026543"/>
          <a:ext cx="609900" cy="6099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0C7644-1822-4B05-BE00-D4787C73FCBD}">
      <dsp:nvSpPr>
        <dsp:cNvPr id="0" name=""/>
        <dsp:cNvSpPr/>
      </dsp:nvSpPr>
      <dsp:spPr>
        <a:xfrm>
          <a:off x="1280790" y="2777038"/>
          <a:ext cx="2076152" cy="1108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60" tIns="117360" rIns="117360" bIns="117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Quantifying benefits and costs</a:t>
          </a:r>
        </a:p>
      </dsp:txBody>
      <dsp:txXfrm>
        <a:off x="1280790" y="2777038"/>
        <a:ext cx="2076152" cy="1108909"/>
      </dsp:txXfrm>
    </dsp:sp>
    <dsp:sp modelId="{88D5065E-DF75-4135-A8A8-00D5D8CCFD6B}">
      <dsp:nvSpPr>
        <dsp:cNvPr id="0" name=""/>
        <dsp:cNvSpPr/>
      </dsp:nvSpPr>
      <dsp:spPr>
        <a:xfrm>
          <a:off x="3356943" y="2777038"/>
          <a:ext cx="1255476" cy="1108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60" tIns="117360" rIns="117360" bIns="11736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Payback analysis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Net Present Value Analysis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Return on Investment Analysis</a:t>
          </a:r>
        </a:p>
      </dsp:txBody>
      <dsp:txXfrm>
        <a:off x="3356943" y="2777038"/>
        <a:ext cx="1255476" cy="1108909"/>
      </dsp:txXfrm>
    </dsp:sp>
    <dsp:sp modelId="{96CCDA75-D34E-419F-B54B-760C3DB52168}">
      <dsp:nvSpPr>
        <dsp:cNvPr id="0" name=""/>
        <dsp:cNvSpPr/>
      </dsp:nvSpPr>
      <dsp:spPr>
        <a:xfrm>
          <a:off x="0" y="4163175"/>
          <a:ext cx="4613672" cy="110890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70EAA-0236-4CD5-BE90-BDE0EC589AE2}">
      <dsp:nvSpPr>
        <dsp:cNvPr id="0" name=""/>
        <dsp:cNvSpPr/>
      </dsp:nvSpPr>
      <dsp:spPr>
        <a:xfrm>
          <a:off x="335445" y="4412680"/>
          <a:ext cx="609900" cy="6099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E1FC0B-4D86-49BC-95CA-4A791BF648C6}">
      <dsp:nvSpPr>
        <dsp:cNvPr id="0" name=""/>
        <dsp:cNvSpPr/>
      </dsp:nvSpPr>
      <dsp:spPr>
        <a:xfrm>
          <a:off x="1280790" y="4163175"/>
          <a:ext cx="3331629" cy="1108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60" tIns="117360" rIns="117360" bIns="11736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Comparing alternatives</a:t>
          </a:r>
        </a:p>
      </dsp:txBody>
      <dsp:txXfrm>
        <a:off x="1280790" y="4163175"/>
        <a:ext cx="3331629" cy="11089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FFE0B-5683-4769-AD18-D0D1D9A244C1}">
      <dsp:nvSpPr>
        <dsp:cNvPr id="0" name=""/>
        <dsp:cNvSpPr/>
      </dsp:nvSpPr>
      <dsp:spPr>
        <a:xfrm>
          <a:off x="0" y="244509"/>
          <a:ext cx="6832212" cy="4317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Things to be studied in the feasibility study:</a:t>
          </a:r>
        </a:p>
      </dsp:txBody>
      <dsp:txXfrm>
        <a:off x="21075" y="265584"/>
        <a:ext cx="6790062" cy="389580"/>
      </dsp:txXfrm>
    </dsp:sp>
    <dsp:sp modelId="{04466846-5ABC-4785-B86B-8957725E9FA1}">
      <dsp:nvSpPr>
        <dsp:cNvPr id="0" name=""/>
        <dsp:cNvSpPr/>
      </dsp:nvSpPr>
      <dsp:spPr>
        <a:xfrm>
          <a:off x="0" y="676239"/>
          <a:ext cx="6832212" cy="3427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The present organizational system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Stakeholders, users, policies, functions, objectives,...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Problems with the present system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inconsistencies, inadequacies in functionality, performance,…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Goals and other requirements for the new system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Which problem(s) need to be solved?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What would the stakeholders like to achieve?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Constraints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including nonfunctional requirements on the system (preliminary pass)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Possible alternatives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“Sticking with the current system” is always an alternative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Different business processes for solving the problems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Different levels/types of computerization for the solutions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Advantages and disadvantages of the alternatives</a:t>
          </a:r>
        </a:p>
      </dsp:txBody>
      <dsp:txXfrm>
        <a:off x="0" y="676239"/>
        <a:ext cx="6832212" cy="3427920"/>
      </dsp:txXfrm>
    </dsp:sp>
    <dsp:sp modelId="{79F6BCA6-7343-4C64-9BB4-80CEC2963FA8}">
      <dsp:nvSpPr>
        <dsp:cNvPr id="0" name=""/>
        <dsp:cNvSpPr/>
      </dsp:nvSpPr>
      <dsp:spPr>
        <a:xfrm>
          <a:off x="0" y="4104159"/>
          <a:ext cx="6832212" cy="431730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Things to conclude:</a:t>
          </a:r>
        </a:p>
      </dsp:txBody>
      <dsp:txXfrm>
        <a:off x="21075" y="4125234"/>
        <a:ext cx="6790062" cy="389580"/>
      </dsp:txXfrm>
    </dsp:sp>
    <dsp:sp modelId="{0D9D6E61-9F8B-42E7-9EBA-11270D90B7BE}">
      <dsp:nvSpPr>
        <dsp:cNvPr id="0" name=""/>
        <dsp:cNvSpPr/>
      </dsp:nvSpPr>
      <dsp:spPr>
        <a:xfrm>
          <a:off x="0" y="4535889"/>
          <a:ext cx="6832212" cy="48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6923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Feasibility of the project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The preferred alternative.</a:t>
          </a:r>
        </a:p>
      </dsp:txBody>
      <dsp:txXfrm>
        <a:off x="0" y="4535889"/>
        <a:ext cx="6832212" cy="4843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4DCAA-40F8-4966-AA71-097FFAEF43FF}">
      <dsp:nvSpPr>
        <dsp:cNvPr id="0" name=""/>
        <dsp:cNvSpPr/>
      </dsp:nvSpPr>
      <dsp:spPr>
        <a:xfrm>
          <a:off x="0" y="1404"/>
          <a:ext cx="2808563" cy="168513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Can we build it?</a:t>
          </a:r>
          <a:endParaRPr lang="en-US" sz="1900" kern="1200"/>
        </a:p>
      </dsp:txBody>
      <dsp:txXfrm>
        <a:off x="0" y="1404"/>
        <a:ext cx="2808563" cy="1685138"/>
      </dsp:txXfrm>
    </dsp:sp>
    <dsp:sp modelId="{6EEDA7D2-5582-401D-8FB3-8229A86F8098}">
      <dsp:nvSpPr>
        <dsp:cNvPr id="0" name=""/>
        <dsp:cNvSpPr/>
      </dsp:nvSpPr>
      <dsp:spPr>
        <a:xfrm>
          <a:off x="3089420" y="1404"/>
          <a:ext cx="2808563" cy="168513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Familiar with Functional area, less familiarity generates more risks</a:t>
          </a:r>
          <a:endParaRPr lang="en-US" sz="1900" kern="1200"/>
        </a:p>
      </dsp:txBody>
      <dsp:txXfrm>
        <a:off x="3089420" y="1404"/>
        <a:ext cx="2808563" cy="1685138"/>
      </dsp:txXfrm>
    </dsp:sp>
    <dsp:sp modelId="{A1F64E70-1560-48A2-BC79-7A87D83D77F6}">
      <dsp:nvSpPr>
        <dsp:cNvPr id="0" name=""/>
        <dsp:cNvSpPr/>
      </dsp:nvSpPr>
      <dsp:spPr>
        <a:xfrm>
          <a:off x="6178840" y="1404"/>
          <a:ext cx="2808563" cy="168513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Familiar with Technology</a:t>
          </a:r>
          <a:endParaRPr lang="en-US" sz="1900" kern="1200"/>
        </a:p>
      </dsp:txBody>
      <dsp:txXfrm>
        <a:off x="6178840" y="1404"/>
        <a:ext cx="2808563" cy="1685138"/>
      </dsp:txXfrm>
    </dsp:sp>
    <dsp:sp modelId="{7CBB3392-BA57-47CB-9E26-5FF2A28D3B31}">
      <dsp:nvSpPr>
        <dsp:cNvPr id="0" name=""/>
        <dsp:cNvSpPr/>
      </dsp:nvSpPr>
      <dsp:spPr>
        <a:xfrm>
          <a:off x="1544710" y="1967398"/>
          <a:ext cx="2808563" cy="168513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Project size – larger projects have more risks</a:t>
          </a:r>
          <a:endParaRPr lang="en-US" sz="1900" kern="1200"/>
        </a:p>
      </dsp:txBody>
      <dsp:txXfrm>
        <a:off x="1544710" y="1967398"/>
        <a:ext cx="2808563" cy="1685138"/>
      </dsp:txXfrm>
    </dsp:sp>
    <dsp:sp modelId="{7AF957AA-0CDA-4FF5-961E-B12D98BBCC8D}">
      <dsp:nvSpPr>
        <dsp:cNvPr id="0" name=""/>
        <dsp:cNvSpPr/>
      </dsp:nvSpPr>
      <dsp:spPr>
        <a:xfrm>
          <a:off x="4634130" y="1967398"/>
          <a:ext cx="2808563" cy="168513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Compatibility – harder it is to integrate the system with the company’s existing system increases risks</a:t>
          </a:r>
          <a:endParaRPr lang="en-US" sz="1900" kern="1200"/>
        </a:p>
      </dsp:txBody>
      <dsp:txXfrm>
        <a:off x="4634130" y="1967398"/>
        <a:ext cx="2808563" cy="16851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CAC73-9560-4D94-9792-9A6F8BB9A3FA}">
      <dsp:nvSpPr>
        <dsp:cNvPr id="0" name=""/>
        <dsp:cNvSpPr/>
      </dsp:nvSpPr>
      <dsp:spPr>
        <a:xfrm>
          <a:off x="0" y="41289"/>
          <a:ext cx="8987404" cy="59587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Should we Build it?</a:t>
          </a:r>
          <a:endParaRPr lang="en-US" sz="1500" kern="1200"/>
        </a:p>
      </dsp:txBody>
      <dsp:txXfrm>
        <a:off x="29088" y="70377"/>
        <a:ext cx="8929228" cy="537701"/>
      </dsp:txXfrm>
    </dsp:sp>
    <dsp:sp modelId="{D8936C72-61CF-4123-9940-DB5E2A2AC27A}">
      <dsp:nvSpPr>
        <dsp:cNvPr id="0" name=""/>
        <dsp:cNvSpPr/>
      </dsp:nvSpPr>
      <dsp:spPr>
        <a:xfrm>
          <a:off x="0" y="680366"/>
          <a:ext cx="8987404" cy="595877"/>
        </a:xfrm>
        <a:prstGeom prst="roundRect">
          <a:avLst/>
        </a:prstGeom>
        <a:gradFill rotWithShape="0">
          <a:gsLst>
            <a:gs pos="0">
              <a:schemeClr val="accent2">
                <a:hueOff val="113291"/>
                <a:satOff val="-11998"/>
                <a:lumOff val="-294"/>
                <a:alphaOff val="0"/>
                <a:tint val="96000"/>
                <a:lumMod val="104000"/>
              </a:schemeClr>
            </a:gs>
            <a:gs pos="100000">
              <a:schemeClr val="accent2">
                <a:hueOff val="113291"/>
                <a:satOff val="-11998"/>
                <a:lumOff val="-29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Development costs</a:t>
          </a:r>
          <a:endParaRPr lang="en-US" sz="1500" kern="1200"/>
        </a:p>
      </dsp:txBody>
      <dsp:txXfrm>
        <a:off x="29088" y="709454"/>
        <a:ext cx="8929228" cy="537701"/>
      </dsp:txXfrm>
    </dsp:sp>
    <dsp:sp modelId="{407E6BA7-300E-4DC7-B1AD-16666249FA41}">
      <dsp:nvSpPr>
        <dsp:cNvPr id="0" name=""/>
        <dsp:cNvSpPr/>
      </dsp:nvSpPr>
      <dsp:spPr>
        <a:xfrm>
          <a:off x="0" y="1319444"/>
          <a:ext cx="8987404" cy="595877"/>
        </a:xfrm>
        <a:prstGeom prst="roundRect">
          <a:avLst/>
        </a:prstGeom>
        <a:gradFill rotWithShape="0">
          <a:gsLst>
            <a:gs pos="0">
              <a:schemeClr val="accent2">
                <a:hueOff val="226582"/>
                <a:satOff val="-23996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226582"/>
                <a:satOff val="-23996"/>
                <a:lumOff val="-588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Annual operating costs</a:t>
          </a:r>
          <a:endParaRPr lang="en-US" sz="1500" kern="1200"/>
        </a:p>
      </dsp:txBody>
      <dsp:txXfrm>
        <a:off x="29088" y="1348532"/>
        <a:ext cx="8929228" cy="537701"/>
      </dsp:txXfrm>
    </dsp:sp>
    <dsp:sp modelId="{0CA5B134-63E2-4DFA-9111-7214E4D23220}">
      <dsp:nvSpPr>
        <dsp:cNvPr id="0" name=""/>
        <dsp:cNvSpPr/>
      </dsp:nvSpPr>
      <dsp:spPr>
        <a:xfrm>
          <a:off x="0" y="1958521"/>
          <a:ext cx="8987404" cy="595877"/>
        </a:xfrm>
        <a:prstGeom prst="roundRect">
          <a:avLst/>
        </a:prstGeom>
        <a:gradFill rotWithShape="0">
          <a:gsLst>
            <a:gs pos="0">
              <a:schemeClr val="accent2">
                <a:hueOff val="339874"/>
                <a:satOff val="-35995"/>
                <a:lumOff val="-882"/>
                <a:alphaOff val="0"/>
                <a:tint val="96000"/>
                <a:lumMod val="104000"/>
              </a:schemeClr>
            </a:gs>
            <a:gs pos="100000">
              <a:schemeClr val="accent2">
                <a:hueOff val="339874"/>
                <a:satOff val="-35995"/>
                <a:lumOff val="-882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Annual benefits (cost savings and revenues)</a:t>
          </a:r>
          <a:endParaRPr lang="en-US" sz="1500" kern="1200"/>
        </a:p>
      </dsp:txBody>
      <dsp:txXfrm>
        <a:off x="29088" y="1987609"/>
        <a:ext cx="8929228" cy="537701"/>
      </dsp:txXfrm>
    </dsp:sp>
    <dsp:sp modelId="{E130818A-2E56-4E43-90B6-44E501497813}">
      <dsp:nvSpPr>
        <dsp:cNvPr id="0" name=""/>
        <dsp:cNvSpPr/>
      </dsp:nvSpPr>
      <dsp:spPr>
        <a:xfrm>
          <a:off x="0" y="2597599"/>
          <a:ext cx="8987404" cy="595877"/>
        </a:xfrm>
        <a:prstGeom prst="roundRect">
          <a:avLst/>
        </a:prstGeom>
        <a:gradFill rotWithShape="0">
          <a:gsLst>
            <a:gs pos="0">
              <a:schemeClr val="accent2">
                <a:hueOff val="453165"/>
                <a:satOff val="-47993"/>
                <a:lumOff val="-1176"/>
                <a:alphaOff val="0"/>
                <a:tint val="96000"/>
                <a:lumMod val="104000"/>
              </a:schemeClr>
            </a:gs>
            <a:gs pos="100000">
              <a:schemeClr val="accent2">
                <a:hueOff val="453165"/>
                <a:satOff val="-47993"/>
                <a:lumOff val="-117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Intangible costs and benefits (difficult to calculate as these are not things we see physically touch/feel but are very important to identify)</a:t>
          </a:r>
          <a:endParaRPr lang="en-US" sz="1500" kern="1200"/>
        </a:p>
      </dsp:txBody>
      <dsp:txXfrm>
        <a:off x="29088" y="2626687"/>
        <a:ext cx="8929228" cy="537701"/>
      </dsp:txXfrm>
    </dsp:sp>
    <dsp:sp modelId="{979E9E46-FAAF-4DBF-ABE5-D7E961465070}">
      <dsp:nvSpPr>
        <dsp:cNvPr id="0" name=""/>
        <dsp:cNvSpPr/>
      </dsp:nvSpPr>
      <dsp:spPr>
        <a:xfrm>
          <a:off x="0" y="3193476"/>
          <a:ext cx="8987404" cy="419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350" tIns="19050" rIns="106680" bIns="1905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200" kern="1200"/>
            <a:t>Intangible costs - e.g. loss in customer satisfaction, lost employee morale, brand damage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200" kern="1200"/>
            <a:t>Intangible benefits - increase in productivity, customer loyalty</a:t>
          </a:r>
          <a:endParaRPr lang="en-US" sz="1200" kern="1200"/>
        </a:p>
      </dsp:txBody>
      <dsp:txXfrm>
        <a:off x="0" y="3193476"/>
        <a:ext cx="8987404" cy="4191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1296A6-6EE9-447E-9182-2FCA53AE82FF}">
      <dsp:nvSpPr>
        <dsp:cNvPr id="0" name=""/>
        <dsp:cNvSpPr/>
      </dsp:nvSpPr>
      <dsp:spPr>
        <a:xfrm>
          <a:off x="3580918" y="150"/>
          <a:ext cx="1825566" cy="182556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1" kern="1200"/>
            <a:t>Can We build the solution in a Timely fashion?</a:t>
          </a:r>
          <a:endParaRPr lang="en-US" sz="1100" kern="1200"/>
        </a:p>
      </dsp:txBody>
      <dsp:txXfrm>
        <a:off x="4037310" y="150"/>
        <a:ext cx="912783" cy="1506092"/>
      </dsp:txXfrm>
    </dsp:sp>
    <dsp:sp modelId="{3DE29239-4BFA-4026-A7F6-87FD93093760}">
      <dsp:nvSpPr>
        <dsp:cNvPr id="0" name=""/>
        <dsp:cNvSpPr/>
      </dsp:nvSpPr>
      <dsp:spPr>
        <a:xfrm rot="7200000">
          <a:off x="4636357" y="1828223"/>
          <a:ext cx="1825566" cy="182556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Be familiar with the timeline the organisation has set out</a:t>
          </a:r>
          <a:endParaRPr lang="en-US" sz="1100" kern="1200"/>
        </a:p>
      </dsp:txBody>
      <dsp:txXfrm rot="-5400000">
        <a:off x="4934431" y="2364483"/>
        <a:ext cx="1506092" cy="912783"/>
      </dsp:txXfrm>
    </dsp:sp>
    <dsp:sp modelId="{15281852-D744-467A-893C-A3DF323E3A5D}">
      <dsp:nvSpPr>
        <dsp:cNvPr id="0" name=""/>
        <dsp:cNvSpPr/>
      </dsp:nvSpPr>
      <dsp:spPr>
        <a:xfrm rot="14400000">
          <a:off x="2525480" y="1828223"/>
          <a:ext cx="1825566" cy="1825566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Any constraints which could affect the timeline and delay it</a:t>
          </a:r>
          <a:endParaRPr lang="en-US" sz="1100" kern="1200"/>
        </a:p>
      </dsp:txBody>
      <dsp:txXfrm rot="5400000">
        <a:off x="2546881" y="2364482"/>
        <a:ext cx="1506092" cy="9127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004F0-14D2-7D4E-9180-14CCB23C764B}">
      <dsp:nvSpPr>
        <dsp:cNvPr id="0" name=""/>
        <dsp:cNvSpPr/>
      </dsp:nvSpPr>
      <dsp:spPr>
        <a:xfrm>
          <a:off x="0" y="66171"/>
          <a:ext cx="9291483" cy="4557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do we compare alternatives?</a:t>
          </a:r>
        </a:p>
      </dsp:txBody>
      <dsp:txXfrm>
        <a:off x="22246" y="88417"/>
        <a:ext cx="9246991" cy="411223"/>
      </dsp:txXfrm>
    </dsp:sp>
    <dsp:sp modelId="{4A84B9A9-3DC6-7F45-8F23-78554A18B168}">
      <dsp:nvSpPr>
        <dsp:cNvPr id="0" name=""/>
        <dsp:cNvSpPr/>
      </dsp:nvSpPr>
      <dsp:spPr>
        <a:xfrm>
          <a:off x="0" y="539016"/>
          <a:ext cx="9291483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5005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When there are multiple selection criteria?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When none of the alternatives is superior across the board? </a:t>
          </a:r>
        </a:p>
      </dsp:txBody>
      <dsp:txXfrm>
        <a:off x="0" y="539016"/>
        <a:ext cx="9291483" cy="521122"/>
      </dsp:txXfrm>
    </dsp:sp>
    <dsp:sp modelId="{F476F90C-C57F-FD48-8B4F-85F9F57A5155}">
      <dsp:nvSpPr>
        <dsp:cNvPr id="0" name=""/>
        <dsp:cNvSpPr/>
      </dsp:nvSpPr>
      <dsp:spPr>
        <a:xfrm>
          <a:off x="0" y="1060138"/>
          <a:ext cx="9291483" cy="455715"/>
        </a:xfrm>
        <a:prstGeom prst="roundRect">
          <a:avLst/>
        </a:prstGeom>
        <a:solidFill>
          <a:schemeClr val="accent2">
            <a:hueOff val="226582"/>
            <a:satOff val="-23996"/>
            <a:lumOff val="-58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a Feasibility Analysis Matrix!</a:t>
          </a:r>
        </a:p>
      </dsp:txBody>
      <dsp:txXfrm>
        <a:off x="22246" y="1082384"/>
        <a:ext cx="9246991" cy="411223"/>
      </dsp:txXfrm>
    </dsp:sp>
    <dsp:sp modelId="{A76B12B7-6B44-1C40-A374-0A93F6D8C893}">
      <dsp:nvSpPr>
        <dsp:cNvPr id="0" name=""/>
        <dsp:cNvSpPr/>
      </dsp:nvSpPr>
      <dsp:spPr>
        <a:xfrm>
          <a:off x="0" y="1515853"/>
          <a:ext cx="9291483" cy="1573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5005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The columns correspond to the candidate solutions;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The rows correspond to the feasibility criteria;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The cells contain the feasibility assessment notes for each candidate;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Each row can be assigned a rank or score for each criterion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e.g., for operational feasibility, candidates can be ranked 1, 2, 3, etc.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A final ranking or score is recorded in the last row. </a:t>
          </a:r>
        </a:p>
      </dsp:txBody>
      <dsp:txXfrm>
        <a:off x="0" y="1515853"/>
        <a:ext cx="9291483" cy="1573199"/>
      </dsp:txXfrm>
    </dsp:sp>
    <dsp:sp modelId="{B0DD9819-16D0-5348-A4D3-CDAF709E77B2}">
      <dsp:nvSpPr>
        <dsp:cNvPr id="0" name=""/>
        <dsp:cNvSpPr/>
      </dsp:nvSpPr>
      <dsp:spPr>
        <a:xfrm>
          <a:off x="0" y="3089053"/>
          <a:ext cx="9291483" cy="455715"/>
        </a:xfrm>
        <a:prstGeom prst="roundRect">
          <a:avLst/>
        </a:prstGeom>
        <a:solidFill>
          <a:schemeClr val="accent2">
            <a:hueOff val="453165"/>
            <a:satOff val="-47993"/>
            <a:lumOff val="-117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Other evaluation criteria to include in the matrix</a:t>
          </a:r>
        </a:p>
      </dsp:txBody>
      <dsp:txXfrm>
        <a:off x="22246" y="3111299"/>
        <a:ext cx="9246991" cy="411223"/>
      </dsp:txXfrm>
    </dsp:sp>
    <dsp:sp modelId="{28DC4DF0-2C2F-2A47-A14B-43810DE15373}">
      <dsp:nvSpPr>
        <dsp:cNvPr id="0" name=""/>
        <dsp:cNvSpPr/>
      </dsp:nvSpPr>
      <dsp:spPr>
        <a:xfrm>
          <a:off x="0" y="3544768"/>
          <a:ext cx="9291483" cy="1297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5005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quality of output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ease of use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vendor support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cost of maintenance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load on system</a:t>
          </a:r>
        </a:p>
      </dsp:txBody>
      <dsp:txXfrm>
        <a:off x="0" y="3544768"/>
        <a:ext cx="9291483" cy="12978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F11FA-74CB-4319-B168-1C989B9396B8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8C28B-6D13-4943-A618-61A062C5F9A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33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B7A00CB-A88B-8A41-AF6B-2DA3ED1267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FE9798C-C2B9-F646-BECC-D0C42CB9D1AB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E18CBC89-284C-C04F-8E8C-4E558490FC71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443163" y="603250"/>
            <a:ext cx="4257675" cy="2395538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AE778A1-915A-A841-9B2B-5121625DE1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36" tIns="44426" rIns="90436" bIns="44426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91CFAA6-1211-4A44-9CEB-6014177D15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88C49D-7C82-3D4D-A6EC-FBA62D10C98E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3F6555D1-F93C-2140-BB55-54165F62D7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6724D192-9BE7-7E40-A758-E2B928139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90E3A00-9FD2-8143-9C37-5E33A2724B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1AA074-B3FE-BE4F-91D3-4714B525501D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71010" name="Rectangle 2">
            <a:extLst>
              <a:ext uri="{FF2B5EF4-FFF2-40B4-BE49-F238E27FC236}">
                <a16:creationId xmlns:a16="http://schemas.microsoft.com/office/drawing/2014/main" id="{D7EB9673-6194-EC48-8241-2667B9E0EB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3468FC13-A9FF-3043-AE88-1FFE00C3C5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0E0C99B-4979-AF49-915D-357D904D34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8F8D6F-2B93-E549-8A42-16DFBBFBAB1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72034" name="Rectangle 2">
            <a:extLst>
              <a:ext uri="{FF2B5EF4-FFF2-40B4-BE49-F238E27FC236}">
                <a16:creationId xmlns:a16="http://schemas.microsoft.com/office/drawing/2014/main" id="{E6F01C7A-6B92-5542-B36D-5427785930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0DA59CE5-A4BC-574F-8418-D500BC04D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80CA17B9-E88E-B642-9FAC-E5D5D8C0E0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B6A9C4-D596-9440-886D-7E93841C7C3B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73058" name="Rectangle 2">
            <a:extLst>
              <a:ext uri="{FF2B5EF4-FFF2-40B4-BE49-F238E27FC236}">
                <a16:creationId xmlns:a16="http://schemas.microsoft.com/office/drawing/2014/main" id="{718B9DCF-3099-5D49-8DED-FA8EBCCF19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1725FCB4-5B5B-6E4A-AD61-E94AF1669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ba0de00a9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ba0de00a9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ba0de00a9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ba0de00a9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4069EAE-4E62-6443-8D4D-5AB5FE080E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B6D03E-5DE3-E344-9666-69361EB7CC57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177154" name="Rectangle 2">
            <a:extLst>
              <a:ext uri="{FF2B5EF4-FFF2-40B4-BE49-F238E27FC236}">
                <a16:creationId xmlns:a16="http://schemas.microsoft.com/office/drawing/2014/main" id="{40A94E2A-FEA9-9241-8896-6268931DA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FD42FC25-3276-0545-8E17-848895EDC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717703A-51DA-744D-93ED-BFCA9F75C9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069690-2409-CB40-BCCE-60AB39AC9B6E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179202" name="Rectangle 2">
            <a:extLst>
              <a:ext uri="{FF2B5EF4-FFF2-40B4-BE49-F238E27FC236}">
                <a16:creationId xmlns:a16="http://schemas.microsoft.com/office/drawing/2014/main" id="{1BBA150C-4F62-924B-BBC4-C5B1BA4B31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8E8A2C16-8E8A-3840-A211-87FFF3F9BF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4EF886C-23DF-7043-991A-3185F8458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55E12C-6B7A-734C-BB47-7351E6DE3FE7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80226" name="Rectangle 2">
            <a:extLst>
              <a:ext uri="{FF2B5EF4-FFF2-40B4-BE49-F238E27FC236}">
                <a16:creationId xmlns:a16="http://schemas.microsoft.com/office/drawing/2014/main" id="{1E3A143E-E230-1945-B017-73F64767BC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A932ED35-CB76-0D43-A7E3-FFFF92EE3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3192C58-8740-0F4B-BCC6-C00C58B7CC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427B73-715B-9948-89BF-4CD143AA54E8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81250" name="Rectangle 2">
            <a:extLst>
              <a:ext uri="{FF2B5EF4-FFF2-40B4-BE49-F238E27FC236}">
                <a16:creationId xmlns:a16="http://schemas.microsoft.com/office/drawing/2014/main" id="{8AB9DF7E-712A-344D-9515-CC982CD0C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1" name="Rectangle 3">
            <a:extLst>
              <a:ext uri="{FF2B5EF4-FFF2-40B4-BE49-F238E27FC236}">
                <a16:creationId xmlns:a16="http://schemas.microsoft.com/office/drawing/2014/main" id="{1C88EBFC-F011-4D49-8C0F-121050A8F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D96F1F5-84C2-D04C-A135-ECF9C52FEA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91A459-CFC5-C548-BC72-BC3053C5C8B8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84322" name="Rectangle 2">
            <a:extLst>
              <a:ext uri="{FF2B5EF4-FFF2-40B4-BE49-F238E27FC236}">
                <a16:creationId xmlns:a16="http://schemas.microsoft.com/office/drawing/2014/main" id="{8A10BEF2-E33D-2C40-A43A-8C7736583B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343BE090-0C98-0A47-A809-60B31B151D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7CE7117-3DF0-8F42-9B09-AAE2599085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63BEAD-10D7-B149-AB9F-54E7397F6152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FC8C4337-9137-1044-8B5A-DBA17981AD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0A8688BB-B435-2645-93B0-46A50FD6D9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3FA1DDB-9232-B648-AD6E-45A05819D2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45D1D1-9A54-8440-8EAA-716234406E91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188418" name="Rectangle 2">
            <a:extLst>
              <a:ext uri="{FF2B5EF4-FFF2-40B4-BE49-F238E27FC236}">
                <a16:creationId xmlns:a16="http://schemas.microsoft.com/office/drawing/2014/main" id="{B877EAA1-E094-F54F-AF33-72C7957531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35607A3F-D3BA-0944-A76F-7B7FCBC7B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09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154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269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21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5109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364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598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926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48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300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0122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579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30520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7018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675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314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320333" y="6241346"/>
            <a:ext cx="7316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090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9CF57-0BA5-429B-AA9F-7430936DE1CB}" type="datetimeFigureOut">
              <a:rPr lang="en-GB" smtClean="0"/>
              <a:t>04/02/2022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77B9629-84E5-46C6-84AA-2B4B05FAF1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3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-case-analysis.com/activity-based-costing.html" TargetMode="External"/><Relationship Id="rId2" Type="http://schemas.openxmlformats.org/officeDocument/2006/relationships/hyperlink" Target="https://www.projectmanager.com/training/how-to-conduct-a-feasibility-stud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nvestopedia.com/terms/p/presentvalue.asp" TargetMode="External"/><Relationship Id="rId4" Type="http://schemas.openxmlformats.org/officeDocument/2006/relationships/hyperlink" Target="https://www.investopedia.com/articles/basics/10/guide-to-calculating-roi.asp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estopedia.com/terms/p/presentvalue.asp" TargetMode="External"/><Relationship Id="rId2" Type="http://schemas.openxmlformats.org/officeDocument/2006/relationships/hyperlink" Target="https://www.investopedia.com/articles/basics/10/guide-to-calculating-roi.as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FD00C-A147-44D5-AB3C-4BDD76416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Feasibility Analysis &amp;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E75E3B-2BF8-4336-A7D2-EE35207F5C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73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0375-B414-452A-BC7F-B28DEE397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9166A-8255-466E-96FD-9F721AE9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a feasibility study</a:t>
            </a:r>
          </a:p>
          <a:p>
            <a:r>
              <a:rPr lang="en-GB" dirty="0"/>
              <a:t>Identify four type of feasibility</a:t>
            </a:r>
          </a:p>
          <a:p>
            <a:r>
              <a:rPr lang="en-GB" dirty="0"/>
              <a:t>List relevant questions for each type of feasibility</a:t>
            </a:r>
          </a:p>
          <a:p>
            <a:r>
              <a:rPr lang="en-GB" dirty="0"/>
              <a:t>Identify features relating to cost benefit analysis</a:t>
            </a:r>
          </a:p>
          <a:p>
            <a:r>
              <a:rPr lang="en-GB" dirty="0"/>
              <a:t>Describe the components of a feasibility Study</a:t>
            </a:r>
          </a:p>
        </p:txBody>
      </p:sp>
    </p:spTree>
    <p:extLst>
      <p:ext uri="{BB962C8B-B14F-4D97-AF65-F5344CB8AC3E}">
        <p14:creationId xmlns:p14="http://schemas.microsoft.com/office/powerpoint/2010/main" val="1071798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8914-069A-45CA-82AF-C3892064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Identity + Selection = 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0476A-748D-4914-A60F-0380A4BC50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Project Identification</a:t>
            </a:r>
          </a:p>
          <a:p>
            <a:endParaRPr lang="en-GB" dirty="0"/>
          </a:p>
          <a:p>
            <a:pPr marL="457200" lvl="0" indent="-228600" defTabSz="91440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1800" dirty="0"/>
              <a:t>Business need</a:t>
            </a:r>
          </a:p>
          <a:p>
            <a:pPr marL="457200" lvl="0" indent="-228600" defTabSz="91440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1800" dirty="0"/>
              <a:t>Project Sponsor</a:t>
            </a:r>
          </a:p>
          <a:p>
            <a:pPr marL="457200" lvl="0" indent="-228600" defTabSz="91440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1800" dirty="0"/>
              <a:t>Business value - tangible and or intangible</a:t>
            </a:r>
          </a:p>
          <a:p>
            <a:pPr marL="457200" lvl="0" indent="-228600" defTabSz="914400">
              <a:spcBef>
                <a:spcPts val="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sz="1800" dirty="0"/>
              <a:t>System Request</a:t>
            </a: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FBB69-142A-409E-857B-8E16AC988C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Project Selection</a:t>
            </a:r>
          </a:p>
          <a:p>
            <a:endParaRPr lang="en-GB" dirty="0"/>
          </a:p>
        </p:txBody>
      </p:sp>
      <p:pic>
        <p:nvPicPr>
          <p:cNvPr id="5" name="Google Shape;104;p20">
            <a:extLst>
              <a:ext uri="{FF2B5EF4-FFF2-40B4-BE49-F238E27FC236}">
                <a16:creationId xmlns:a16="http://schemas.microsoft.com/office/drawing/2014/main" id="{5EBBF06D-5611-40FF-B895-7E2C05321D5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90105" y="2784144"/>
            <a:ext cx="4825365" cy="2942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3;p15">
            <a:extLst>
              <a:ext uri="{FF2B5EF4-FFF2-40B4-BE49-F238E27FC236}">
                <a16:creationId xmlns:a16="http://schemas.microsoft.com/office/drawing/2014/main" id="{A5DC20B8-1AEA-4253-ADB7-D349CB28ED4B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2220904" y="4311744"/>
            <a:ext cx="4825365" cy="14146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76140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083E7B6-7C28-3B42-89F3-C482ED1C9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4060" y="2681105"/>
            <a:ext cx="2551176" cy="1495794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>
            <a:normAutofit fontScale="90000"/>
          </a:bodyPr>
          <a:lstStyle/>
          <a:p>
            <a:br>
              <a:rPr lang="en-US" altLang="en-US" dirty="0"/>
            </a:br>
            <a:r>
              <a:rPr lang="en-US" altLang="en-US" dirty="0"/>
              <a:t>Feasibility Study</a:t>
            </a:r>
            <a:endParaRPr lang="en-US" altLang="en-US"/>
          </a:p>
        </p:txBody>
      </p:sp>
      <p:graphicFrame>
        <p:nvGraphicFramePr>
          <p:cNvPr id="37893" name="Rectangle 3">
            <a:extLst>
              <a:ext uri="{FF2B5EF4-FFF2-40B4-BE49-F238E27FC236}">
                <a16:creationId xmlns:a16="http://schemas.microsoft.com/office/drawing/2014/main" id="{AFA00DC1-1DCD-49BD-A40A-6091D0931F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72125" y="639763"/>
          <a:ext cx="4613672" cy="5276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82DBB258-4AAB-8B41-945C-9B5748182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9654" y="1586484"/>
            <a:ext cx="2763774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n-US" altLang="en-US" sz="2000">
                <a:solidFill>
                  <a:srgbClr val="FFFFFF"/>
                </a:solidFill>
              </a:rPr>
              <a:t>Why a feasibility study?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83E6747A-86DA-B74F-8BE1-F1DEFD8B2D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75567" y="803031"/>
            <a:ext cx="6056887" cy="525193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100" dirty="0"/>
              <a:t>Objectives:</a:t>
            </a:r>
          </a:p>
          <a:p>
            <a:pPr lvl="1">
              <a:lnSpc>
                <a:spcPct val="90000"/>
              </a:lnSpc>
            </a:pPr>
            <a:r>
              <a:rPr lang="en-US" altLang="en-US" sz="1100" dirty="0"/>
              <a:t>To find out if a system development  project can be done:</a:t>
            </a:r>
          </a:p>
          <a:p>
            <a:pPr lvl="2">
              <a:lnSpc>
                <a:spcPct val="90000"/>
              </a:lnSpc>
            </a:pPr>
            <a:r>
              <a:rPr lang="en-US" altLang="en-US" sz="1100" dirty="0"/>
              <a:t>...is it possible?</a:t>
            </a:r>
          </a:p>
          <a:p>
            <a:pPr lvl="2">
              <a:lnSpc>
                <a:spcPct val="90000"/>
              </a:lnSpc>
            </a:pPr>
            <a:r>
              <a:rPr lang="en-US" altLang="en-US" sz="1100" dirty="0"/>
              <a:t>...is it justified?</a:t>
            </a:r>
          </a:p>
          <a:p>
            <a:pPr lvl="1">
              <a:lnSpc>
                <a:spcPct val="90000"/>
              </a:lnSpc>
            </a:pPr>
            <a:r>
              <a:rPr lang="en-US" altLang="en-US" sz="1100" dirty="0"/>
              <a:t>To suggest possible alternative solutions.</a:t>
            </a:r>
          </a:p>
          <a:p>
            <a:pPr lvl="1">
              <a:lnSpc>
                <a:spcPct val="90000"/>
              </a:lnSpc>
            </a:pPr>
            <a:r>
              <a:rPr lang="en-US" altLang="en-US" sz="1100" dirty="0"/>
              <a:t>To provide management with enough information to know:</a:t>
            </a:r>
          </a:p>
          <a:p>
            <a:pPr lvl="2">
              <a:lnSpc>
                <a:spcPct val="90000"/>
              </a:lnSpc>
            </a:pPr>
            <a:r>
              <a:rPr lang="en-US" altLang="en-US" sz="1100" dirty="0"/>
              <a:t>Whether the project can be done</a:t>
            </a:r>
          </a:p>
          <a:p>
            <a:pPr lvl="2">
              <a:lnSpc>
                <a:spcPct val="90000"/>
              </a:lnSpc>
            </a:pPr>
            <a:r>
              <a:rPr lang="en-US" altLang="en-US" sz="1100" dirty="0"/>
              <a:t>Whether the final product will benefit its intended users</a:t>
            </a:r>
          </a:p>
          <a:p>
            <a:pPr lvl="2">
              <a:lnSpc>
                <a:spcPct val="90000"/>
              </a:lnSpc>
            </a:pPr>
            <a:r>
              <a:rPr lang="en-US" altLang="en-US" sz="1100" dirty="0"/>
              <a:t>What the alternatives are (so that a selection can be made in subsequent phases)</a:t>
            </a:r>
          </a:p>
          <a:p>
            <a:pPr lvl="2">
              <a:lnSpc>
                <a:spcPct val="90000"/>
              </a:lnSpc>
            </a:pPr>
            <a:r>
              <a:rPr lang="en-US" altLang="en-US" sz="1100" dirty="0"/>
              <a:t>Whether there is a preferred alternative</a:t>
            </a:r>
          </a:p>
          <a:p>
            <a:pPr>
              <a:lnSpc>
                <a:spcPct val="90000"/>
              </a:lnSpc>
            </a:pPr>
            <a:r>
              <a:rPr lang="en-US" altLang="en-US" sz="1100" dirty="0"/>
              <a:t>A management-oriented activity:</a:t>
            </a:r>
          </a:p>
          <a:p>
            <a:pPr lvl="1">
              <a:lnSpc>
                <a:spcPct val="90000"/>
              </a:lnSpc>
            </a:pPr>
            <a:r>
              <a:rPr lang="en-US" altLang="en-US" sz="1100" dirty="0"/>
              <a:t>After a feasibility study, management makes a “go/no-go” decision.</a:t>
            </a:r>
          </a:p>
          <a:p>
            <a:pPr lvl="1">
              <a:lnSpc>
                <a:spcPct val="90000"/>
              </a:lnSpc>
            </a:pPr>
            <a:r>
              <a:rPr lang="en-US" altLang="en-US" sz="1100" dirty="0"/>
              <a:t>Need to examine the problem in the context of broader business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A3D9AEEE-1CCD-43C0-BA3E-16D60A6E2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32" name="Rectangle 4">
            <a:extLst>
              <a:ext uri="{FF2B5EF4-FFF2-40B4-BE49-F238E27FC236}">
                <a16:creationId xmlns:a16="http://schemas.microsoft.com/office/drawing/2014/main" id="{7E29B9A6-C07E-8B42-B7B2-AF437C1A6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altLang="en-US" sz="3200">
                <a:solidFill>
                  <a:schemeClr val="bg1"/>
                </a:solidFill>
              </a:rPr>
              <a:t>Content of a feasibility study</a:t>
            </a:r>
          </a:p>
        </p:txBody>
      </p:sp>
      <p:sp>
        <p:nvSpPr>
          <p:cNvPr id="78" name="Freeform 11">
            <a:extLst>
              <a:ext uri="{FF2B5EF4-FFF2-40B4-BE49-F238E27FC236}">
                <a16:creationId xmlns:a16="http://schemas.microsoft.com/office/drawing/2014/main" id="{60F880A6-33D3-4EEC-A780-B73559B9F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2C6246ED-0535-4496-A8F6-1E80CC4E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4935" name="Rectangle 5">
            <a:extLst>
              <a:ext uri="{FF2B5EF4-FFF2-40B4-BE49-F238E27FC236}">
                <a16:creationId xmlns:a16="http://schemas.microsoft.com/office/drawing/2014/main" id="{1DB9A5B3-7366-4828-8E03-BCD315FE26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4126253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004" name="Rectangle 4">
            <a:extLst>
              <a:ext uri="{FF2B5EF4-FFF2-40B4-BE49-F238E27FC236}">
                <a16:creationId xmlns:a16="http://schemas.microsoft.com/office/drawing/2014/main" id="{DD902211-48BD-0E44-9662-F2217CE40F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6019" y="942108"/>
            <a:ext cx="3256550" cy="4969113"/>
          </a:xfrm>
        </p:spPr>
        <p:txBody>
          <a:bodyPr anchor="ctr">
            <a:normAutofit/>
          </a:bodyPr>
          <a:lstStyle/>
          <a:p>
            <a:r>
              <a:rPr lang="en-US" altLang="en-US">
                <a:solidFill>
                  <a:schemeClr val="tx2">
                    <a:lumMod val="75000"/>
                  </a:schemeClr>
                </a:solidFill>
              </a:rPr>
              <a:t>Exploring Feasibility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81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2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3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4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5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6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7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8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89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0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1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92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128005" name="Rectangle 5">
            <a:extLst>
              <a:ext uri="{FF2B5EF4-FFF2-40B4-BE49-F238E27FC236}">
                <a16:creationId xmlns:a16="http://schemas.microsoft.com/office/drawing/2014/main" id="{7E4B1714-6728-BE46-A6CA-72E0A26067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049062" y="942108"/>
            <a:ext cx="6455549" cy="4969114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The “PIECES” framework</a:t>
            </a:r>
          </a:p>
          <a:p>
            <a:pPr lvl="1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Useful for identifying operational problems to be solved, and their urgency</a:t>
            </a:r>
          </a:p>
          <a:p>
            <a:pPr lvl="1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Performance</a:t>
            </a:r>
          </a:p>
          <a:p>
            <a:pPr lvl="2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Is current throughput and response time adequate?</a:t>
            </a:r>
          </a:p>
          <a:p>
            <a:pPr lvl="1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Information</a:t>
            </a:r>
          </a:p>
          <a:p>
            <a:pPr lvl="2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Do end users and managers get timely, pertinent, accurate and usefully formatted information?</a:t>
            </a:r>
          </a:p>
          <a:p>
            <a:pPr lvl="1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Economy</a:t>
            </a:r>
          </a:p>
          <a:p>
            <a:pPr lvl="2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Are services provided by the current system cost-effective?</a:t>
            </a:r>
          </a:p>
          <a:p>
            <a:pPr lvl="2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Could there be a reduction in costs and/or an increase in benefits?</a:t>
            </a:r>
          </a:p>
          <a:p>
            <a:pPr lvl="1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Control</a:t>
            </a:r>
          </a:p>
          <a:p>
            <a:pPr lvl="2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Are there effective controls to protect against fraud and to guarantee information accuracy and security?</a:t>
            </a:r>
          </a:p>
          <a:p>
            <a:pPr lvl="1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Efficiency</a:t>
            </a:r>
          </a:p>
          <a:p>
            <a:pPr lvl="2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Does current system make good use of resources: people, time, flow of forms,…?</a:t>
            </a:r>
          </a:p>
          <a:p>
            <a:pPr lvl="1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Services</a:t>
            </a:r>
          </a:p>
          <a:p>
            <a:pPr lvl="2">
              <a:lnSpc>
                <a:spcPct val="90000"/>
              </a:lnSpc>
            </a:pPr>
            <a:r>
              <a:rPr lang="en-US" altLang="en-US" sz="1300">
                <a:solidFill>
                  <a:schemeClr val="tx2">
                    <a:lumMod val="75000"/>
                  </a:schemeClr>
                </a:solidFill>
              </a:rPr>
              <a:t>Are current services reliable? Are they flexible and expandable?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300" i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</a:rPr>
              <a:t>See the course website for a more specific list of PIECES questions</a:t>
            </a:r>
            <a:endParaRPr lang="en-US" altLang="en-US" sz="130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7" name="Picture 7">
            <a:extLst>
              <a:ext uri="{FF2B5EF4-FFF2-40B4-BE49-F238E27FC236}">
                <a16:creationId xmlns:a16="http://schemas.microsoft.com/office/drawing/2014/main" id="{AA81D6CA-357E-0D4A-929A-4E2EBD6D2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" t="1819" r="4706" b="2728"/>
          <a:stretch>
            <a:fillRect/>
          </a:stretch>
        </p:blipFill>
        <p:spPr bwMode="auto">
          <a:xfrm>
            <a:off x="6172201" y="609600"/>
            <a:ext cx="4214813" cy="5600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44" name="Picture 4">
            <a:extLst>
              <a:ext uri="{FF2B5EF4-FFF2-40B4-BE49-F238E27FC236}">
                <a16:creationId xmlns:a16="http://schemas.microsoft.com/office/drawing/2014/main" id="{D0FD3EBC-D125-914F-ABF4-30491060C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" t="1819" r="4706" b="2728"/>
          <a:stretch>
            <a:fillRect/>
          </a:stretch>
        </p:blipFill>
        <p:spPr bwMode="auto">
          <a:xfrm>
            <a:off x="1828800" y="609600"/>
            <a:ext cx="4211638" cy="5600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575B6-E66B-442A-B37D-DDA875853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575AD-8A90-4867-A243-5779DC65B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Four Types of Feasibility:</a:t>
            </a:r>
          </a:p>
          <a:p>
            <a:pPr lvl="1"/>
            <a:r>
              <a:rPr lang="en-GB" dirty="0"/>
              <a:t>Technical</a:t>
            </a:r>
          </a:p>
          <a:p>
            <a:pPr lvl="1"/>
            <a:r>
              <a:rPr lang="en-GB" dirty="0"/>
              <a:t>Economic</a:t>
            </a:r>
          </a:p>
          <a:p>
            <a:pPr lvl="1"/>
            <a:r>
              <a:rPr lang="en-GB" dirty="0"/>
              <a:t>Operational</a:t>
            </a:r>
          </a:p>
          <a:p>
            <a:pPr lvl="1"/>
            <a:r>
              <a:rPr lang="en-GB" dirty="0"/>
              <a:t>Schedule</a:t>
            </a:r>
          </a:p>
        </p:txBody>
      </p:sp>
    </p:spTree>
    <p:extLst>
      <p:ext uri="{BB962C8B-B14F-4D97-AF65-F5344CB8AC3E}">
        <p14:creationId xmlns:p14="http://schemas.microsoft.com/office/powerpoint/2010/main" val="1418328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7ACF26-B70A-4F39-A2F6-FABCACFB3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GB" dirty="0"/>
              <a:t>Technical Feasibility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A5D053-7F00-45CD-94E0-D87D78F7AE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35789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0013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40E9-59A4-4039-B38A-00BAFA13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Feasibility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3F84D-7EF7-4EF9-A701-F273F51D1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the project possible with current technology?</a:t>
            </a:r>
          </a:p>
          <a:p>
            <a:r>
              <a:rPr lang="en-GB" dirty="0"/>
              <a:t>What technical risk is there?</a:t>
            </a:r>
          </a:p>
          <a:p>
            <a:r>
              <a:rPr lang="en-GB" dirty="0"/>
              <a:t>Availability of technology:</a:t>
            </a:r>
          </a:p>
          <a:p>
            <a:pPr lvl="1"/>
            <a:r>
              <a:rPr lang="en-GB" dirty="0"/>
              <a:t>Is it available locally?</a:t>
            </a:r>
          </a:p>
          <a:p>
            <a:pPr lvl="1"/>
            <a:r>
              <a:rPr lang="en-GB" dirty="0"/>
              <a:t>Where can it be obtained?</a:t>
            </a:r>
          </a:p>
          <a:p>
            <a:pPr lvl="1"/>
            <a:r>
              <a:rPr lang="en-GB" dirty="0"/>
              <a:t>Will it be compatible with other systems?</a:t>
            </a:r>
          </a:p>
        </p:txBody>
      </p:sp>
    </p:spTree>
    <p:extLst>
      <p:ext uri="{BB962C8B-B14F-4D97-AF65-F5344CB8AC3E}">
        <p14:creationId xmlns:p14="http://schemas.microsoft.com/office/powerpoint/2010/main" val="739761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3E86C-4C7B-4E23-95C3-C7186C691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GB" dirty="0"/>
              <a:t>Economic Feasibility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76BE1A-D5DB-40D5-A5BD-02A27AB0FE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1430705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3237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DAB7-9508-4DFB-A62F-C4F7151E3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Economic feasibility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9F045-3D37-4AED-ADBC-CAF256336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Is the project possible, given resource constraints?</a:t>
            </a:r>
          </a:p>
          <a:p>
            <a:r>
              <a:rPr lang="en-GB" dirty="0"/>
              <a:t>What are the benefits?</a:t>
            </a:r>
          </a:p>
          <a:p>
            <a:pPr lvl="1"/>
            <a:r>
              <a:rPr lang="en-GB" dirty="0"/>
              <a:t>Both tangible and intangible</a:t>
            </a:r>
          </a:p>
          <a:p>
            <a:pPr lvl="1"/>
            <a:r>
              <a:rPr lang="en-GB" dirty="0"/>
              <a:t>Quantify them!</a:t>
            </a:r>
          </a:p>
          <a:p>
            <a:r>
              <a:rPr lang="en-GB" dirty="0"/>
              <a:t>What are the development and operational costs?</a:t>
            </a:r>
          </a:p>
          <a:p>
            <a:r>
              <a:rPr lang="en-GB" dirty="0"/>
              <a:t>Are the benefits worth the costs? (Cost benefit Analysis)</a:t>
            </a:r>
          </a:p>
        </p:txBody>
      </p:sp>
    </p:spTree>
    <p:extLst>
      <p:ext uri="{BB962C8B-B14F-4D97-AF65-F5344CB8AC3E}">
        <p14:creationId xmlns:p14="http://schemas.microsoft.com/office/powerpoint/2010/main" val="2396462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750627" y="419706"/>
            <a:ext cx="4012442" cy="1061825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ctr" anchorCtr="0">
            <a:normAutofit fontScale="92500" lnSpcReduction="10000"/>
          </a:bodyPr>
          <a:lstStyle/>
          <a:p>
            <a:pPr marL="0" indent="0" defTabSz="914400">
              <a:spcAft>
                <a:spcPts val="1600"/>
              </a:spcAft>
              <a:buNone/>
            </a:pPr>
            <a:r>
              <a:rPr lang="en-US" sz="2800" b="1" dirty="0"/>
              <a:t>Economic Feasibility – Read yourself</a:t>
            </a:r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3"/>
          <a:srcRect l="573" t="4324" b="2572"/>
          <a:stretch/>
        </p:blipFill>
        <p:spPr>
          <a:xfrm>
            <a:off x="2237135" y="2024592"/>
            <a:ext cx="7780939" cy="4757935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DA9F4D-1F1A-CE44-8A99-4DD65B400E8A}"/>
              </a:ext>
            </a:extLst>
          </p:cNvPr>
          <p:cNvSpPr txBox="1"/>
          <p:nvPr/>
        </p:nvSpPr>
        <p:spPr>
          <a:xfrm>
            <a:off x="5485754" y="472964"/>
            <a:ext cx="512351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Systems analysts’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Cost of systems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Cost of employees’ time for study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Estimated cost of hardware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Cost of packaged software or software development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CD74B-9CE8-4F20-A3E4-A22A7F036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67C7FE-1320-4AE6-BBF3-8657069E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GB" dirty="0"/>
              <a:t>Schedule Feasibility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C44665-BECF-4482-A00C-E4BE2A87D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20398C1D-D011-4BA8-AC81-E829677B8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15E3D0-3196-41AB-A415-EEABFA72B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9941561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5341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0B13-93FF-4E5A-8321-65372F0F1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Schedule Feasibility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73A38-5B80-4E2F-8229-F598F9907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Is it possible to build a solution in time to be useful?</a:t>
            </a:r>
          </a:p>
          <a:p>
            <a:pPr lvl="1"/>
            <a:r>
              <a:rPr lang="en-GB" dirty="0"/>
              <a:t>Are the deadlines reasonable?</a:t>
            </a:r>
          </a:p>
          <a:p>
            <a:pPr lvl="1"/>
            <a:r>
              <a:rPr lang="en-GB" dirty="0"/>
              <a:t>Are all specific deadlines mandatory or desirable.</a:t>
            </a:r>
          </a:p>
          <a:p>
            <a:r>
              <a:rPr lang="en-GB" dirty="0"/>
              <a:t>How long will it take to get the technical expertise?</a:t>
            </a:r>
          </a:p>
          <a:p>
            <a:pPr lvl="1"/>
            <a:r>
              <a:rPr lang="en-GB" dirty="0"/>
              <a:t>May have technology – Do we have the skills to use this technology (do we need to hire new staff, retrain existing staff – this can have an impact on the schedule</a:t>
            </a:r>
          </a:p>
          <a:p>
            <a:r>
              <a:rPr lang="en-GB" dirty="0"/>
              <a:t>What are the consequences of delay?</a:t>
            </a:r>
          </a:p>
          <a:p>
            <a:r>
              <a:rPr lang="en-GB" dirty="0"/>
              <a:t>Any Constraints on the schedule?</a:t>
            </a:r>
          </a:p>
          <a:p>
            <a:r>
              <a:rPr lang="en-GB" dirty="0"/>
              <a:t>Can these constraints be met?</a:t>
            </a:r>
          </a:p>
          <a:p>
            <a:pPr lvl="1"/>
            <a:r>
              <a:rPr lang="en-GB" dirty="0"/>
              <a:t>If not consequences such as delivering the system a few months late, deliver an error prone, useless system on time</a:t>
            </a:r>
          </a:p>
          <a:p>
            <a:r>
              <a:rPr lang="en-GB" b="1" dirty="0"/>
              <a:t>Missed schedules are bad, but inadequate systems are worse!</a:t>
            </a:r>
          </a:p>
        </p:txBody>
      </p:sp>
    </p:spTree>
    <p:extLst>
      <p:ext uri="{BB962C8B-B14F-4D97-AF65-F5344CB8AC3E}">
        <p14:creationId xmlns:p14="http://schemas.microsoft.com/office/powerpoint/2010/main" val="96905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E0C1-CDFA-4305-A9E3-D2A3DC9C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Operational feasibility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4786F-5DFE-4F44-9763-166BE8DFC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Also referred to as organisational feasibility – </a:t>
            </a:r>
            <a:r>
              <a:rPr lang="en-GB" b="1" dirty="0"/>
              <a:t>If we build it, will it be used?</a:t>
            </a:r>
          </a:p>
          <a:p>
            <a:r>
              <a:rPr lang="en-GB" dirty="0"/>
              <a:t>Important the project is strategically aligned with the business</a:t>
            </a:r>
          </a:p>
          <a:p>
            <a:pPr lvl="1"/>
            <a:r>
              <a:rPr lang="en-GB" dirty="0"/>
              <a:t>Evaluate – not just whether a system can work, but also whether a system will work</a:t>
            </a:r>
          </a:p>
          <a:p>
            <a:pPr lvl="0"/>
            <a:r>
              <a:rPr lang="en-GB" dirty="0"/>
              <a:t>Important to include all stakeholders and encourage all of them to be part of the process and using the system after it is built</a:t>
            </a:r>
          </a:p>
          <a:p>
            <a:pPr lvl="1"/>
            <a:r>
              <a:rPr lang="en-GB" dirty="0"/>
              <a:t>how do end-users/managers feel about:</a:t>
            </a:r>
          </a:p>
          <a:p>
            <a:pPr lvl="1"/>
            <a:r>
              <a:rPr lang="en-GB" dirty="0"/>
              <a:t> the problem identified, alternative solutions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9640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90128-FB16-4756-ACB4-AC6F9B80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Operational Feasibility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40311-9912-4E15-A1B5-73A65E1BC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the system is developed, will it be used?</a:t>
            </a:r>
          </a:p>
          <a:p>
            <a:r>
              <a:rPr lang="en-GB" dirty="0"/>
              <a:t>Human and social issues can have impact to question</a:t>
            </a:r>
          </a:p>
          <a:p>
            <a:pPr lvl="1"/>
            <a:r>
              <a:rPr lang="en-GB" dirty="0"/>
              <a:t>Potential labour objections? People tend to resist change</a:t>
            </a:r>
          </a:p>
          <a:p>
            <a:pPr lvl="1"/>
            <a:r>
              <a:rPr lang="en-GB" dirty="0"/>
              <a:t>Manager resistance?</a:t>
            </a:r>
          </a:p>
          <a:p>
            <a:pPr lvl="1"/>
            <a:r>
              <a:rPr lang="en-GB" dirty="0"/>
              <a:t>Organisational conflicts and policies? How will the working environment of the end users change, are they able to adapt to these changes</a:t>
            </a:r>
          </a:p>
          <a:p>
            <a:pPr lvl="1"/>
            <a:r>
              <a:rPr lang="en-GB" dirty="0"/>
              <a:t>Socially acceptability?</a:t>
            </a:r>
          </a:p>
          <a:p>
            <a:pPr lvl="1"/>
            <a:r>
              <a:rPr lang="en-GB" dirty="0"/>
              <a:t>Legal aspects and government regulations?</a:t>
            </a:r>
          </a:p>
        </p:txBody>
      </p:sp>
    </p:spTree>
    <p:extLst>
      <p:ext uri="{BB962C8B-B14F-4D97-AF65-F5344CB8AC3E}">
        <p14:creationId xmlns:p14="http://schemas.microsoft.com/office/powerpoint/2010/main" val="1984883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846161" y="641851"/>
            <a:ext cx="4171808" cy="1535865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ctr" anchorCtr="0">
            <a:normAutofit/>
          </a:bodyPr>
          <a:lstStyle/>
          <a:p>
            <a:pPr defTabSz="914400">
              <a:spcBef>
                <a:spcPct val="0"/>
              </a:spcBef>
            </a:pPr>
            <a:r>
              <a:rPr lang="en-US" sz="2800" dirty="0"/>
              <a:t>Operational Feasibility – Read yourself</a:t>
            </a: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5485832" y="641852"/>
            <a:ext cx="4539870" cy="1812590"/>
          </a:xfrm>
          <a:prstGeom prst="rect">
            <a:avLst/>
          </a:prstGeom>
        </p:spPr>
        <p:txBody>
          <a:bodyPr spcFirstLastPara="1" vert="horz" wrap="square" lIns="91440" tIns="45720" rIns="91440" bIns="45720" rtlCol="0" anchor="ctr" anchorCtr="0">
            <a:normAutofit/>
          </a:bodyPr>
          <a:lstStyle/>
          <a:p>
            <a:pPr marL="228600" indent="0" defTabSz="914400">
              <a:buSzPts val="3000"/>
              <a:buNone/>
            </a:pPr>
            <a:endParaRPr lang="en-US" sz="1600" dirty="0"/>
          </a:p>
          <a:p>
            <a:pPr marL="514350" indent="-285750" defTabSz="914400">
              <a:buSzPts val="3000"/>
              <a:buFont typeface="Arial" panose="020B0604020202020204" pitchFamily="34" charset="0"/>
              <a:buChar char="•"/>
            </a:pPr>
            <a:r>
              <a:rPr lang="en-US" sz="1600" dirty="0"/>
              <a:t>Strategic Alignment</a:t>
            </a:r>
          </a:p>
          <a:p>
            <a:pPr marL="514350" indent="-285750" defTabSz="914400">
              <a:buSzPts val="3000"/>
              <a:buFont typeface="Arial" panose="020B0604020202020204" pitchFamily="34" charset="0"/>
              <a:buChar char="•"/>
            </a:pPr>
            <a:r>
              <a:rPr lang="en-US" sz="1600" dirty="0"/>
              <a:t>Stakeholder Analysis</a:t>
            </a:r>
          </a:p>
          <a:p>
            <a:pPr marL="514350" indent="-285750" defTabSz="914400">
              <a:buSzPts val="3000"/>
              <a:buFont typeface="Arial" panose="020B0604020202020204" pitchFamily="34" charset="0"/>
              <a:buChar char="•"/>
            </a:pPr>
            <a:r>
              <a:rPr lang="en-GB" sz="1600" dirty="0"/>
              <a:t>Whether the system will operate when installed</a:t>
            </a:r>
            <a:endParaRPr lang="en-US" sz="1600" dirty="0"/>
          </a:p>
          <a:p>
            <a:pPr marL="0" indent="-228600" defTabSz="914400">
              <a:spcBef>
                <a:spcPts val="160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98" name="Google Shape;98;p19"/>
          <p:cNvPicPr preferRelativeResize="0"/>
          <p:nvPr/>
        </p:nvPicPr>
        <p:blipFill rotWithShape="1">
          <a:blip r:embed="rId3"/>
          <a:srcRect b="932"/>
          <a:stretch/>
        </p:blipFill>
        <p:spPr>
          <a:xfrm>
            <a:off x="1939813" y="2731168"/>
            <a:ext cx="8375585" cy="348498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C4D9-18E2-47B5-BE87-A6D8DBC0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1D1BC-D7A3-42F7-80F8-38B134153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stage of the feasibility analysis is documented, a front page showing the economic feasibility is below</a:t>
            </a:r>
          </a:p>
          <a:p>
            <a:endParaRPr lang="en-GB" dirty="0"/>
          </a:p>
        </p:txBody>
      </p:sp>
      <p:pic>
        <p:nvPicPr>
          <p:cNvPr id="4" name="Google Shape;110;p21">
            <a:extLst>
              <a:ext uri="{FF2B5EF4-FFF2-40B4-BE49-F238E27FC236}">
                <a16:creationId xmlns:a16="http://schemas.microsoft.com/office/drawing/2014/main" id="{E4A0B052-6898-4896-A346-2003FBA42C7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54216" y="2835046"/>
            <a:ext cx="6527862" cy="37776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8119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9FC7-1024-4807-BD1F-D00F06B5F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Trade-off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B117D-FD9F-4830-A1AC-79AAA91ED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4129" y="1540189"/>
            <a:ext cx="8915400" cy="3777622"/>
          </a:xfrm>
        </p:spPr>
        <p:txBody>
          <a:bodyPr/>
          <a:lstStyle/>
          <a:p>
            <a:r>
              <a:rPr lang="en-GB" dirty="0"/>
              <a:t>Project effort estimation matrices are sometimes used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Google Shape;134;p25">
            <a:extLst>
              <a:ext uri="{FF2B5EF4-FFF2-40B4-BE49-F238E27FC236}">
                <a16:creationId xmlns:a16="http://schemas.microsoft.com/office/drawing/2014/main" id="{DB7A2BE1-7D6D-480F-885C-F17EF4E78AF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76783" y="2119089"/>
            <a:ext cx="5846712" cy="43379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322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8" name="Rectangle 8">
            <a:extLst>
              <a:ext uri="{FF2B5EF4-FFF2-40B4-BE49-F238E27FC236}">
                <a16:creationId xmlns:a16="http://schemas.microsoft.com/office/drawing/2014/main" id="{7CE697DD-EE37-314F-A389-5F59E5CBA3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7123" y="381000"/>
            <a:ext cx="5937755" cy="568960"/>
          </a:xfrm>
        </p:spPr>
        <p:txBody>
          <a:bodyPr>
            <a:normAutofit fontScale="90000"/>
          </a:bodyPr>
          <a:lstStyle/>
          <a:p>
            <a:pPr>
              <a:tabLst>
                <a:tab pos="1373188" algn="ctr"/>
                <a:tab pos="5946775" algn="ctr"/>
              </a:tabLst>
            </a:pPr>
            <a:r>
              <a:rPr lang="en-US" altLang="en-US"/>
              <a:t>	Benefits 	Costs</a:t>
            </a:r>
          </a:p>
        </p:txBody>
      </p:sp>
      <p:sp>
        <p:nvSpPr>
          <p:cNvPr id="133129" name="Rectangle 9">
            <a:extLst>
              <a:ext uri="{FF2B5EF4-FFF2-40B4-BE49-F238E27FC236}">
                <a16:creationId xmlns:a16="http://schemas.microsoft.com/office/drawing/2014/main" id="{A222DA92-9EBB-9641-9AD7-ED88AA8991F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828800" y="1219200"/>
            <a:ext cx="4191000" cy="5257800"/>
          </a:xfrm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227013" indent="-227013"/>
            <a:r>
              <a:rPr lang="en-US" altLang="en-US" sz="2000" dirty="0"/>
              <a:t>Tangible Benefits</a:t>
            </a:r>
          </a:p>
          <a:p>
            <a:pPr marL="509588" lvl="1" indent="-168275"/>
            <a:r>
              <a:rPr lang="en-US" altLang="en-US" sz="1400" dirty="0"/>
              <a:t>Readily quantified as $ values</a:t>
            </a:r>
          </a:p>
          <a:p>
            <a:pPr marL="509588" lvl="1" indent="-168275"/>
            <a:r>
              <a:rPr lang="en-US" altLang="en-US" sz="1400" dirty="0"/>
              <a:t>Examples: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increased sales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cost/error reductions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increased throughput/efficiency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increased margin on sales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more effective use of staff time</a:t>
            </a:r>
          </a:p>
          <a:p>
            <a:pPr marL="227013" indent="-227013"/>
            <a:r>
              <a:rPr lang="en-US" altLang="en-US" sz="2000" dirty="0"/>
              <a:t>Intangible benefits</a:t>
            </a:r>
          </a:p>
          <a:p>
            <a:pPr marL="509588" lvl="1" indent="-168275"/>
            <a:r>
              <a:rPr lang="en-US" altLang="en-US" sz="1400" dirty="0"/>
              <a:t>Difficult to quantify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But maybe more important!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business analysts help estimate $ values </a:t>
            </a:r>
          </a:p>
          <a:p>
            <a:pPr marL="509588" lvl="1" indent="-168275"/>
            <a:r>
              <a:rPr lang="en-US" altLang="en-US" sz="1400" dirty="0"/>
              <a:t>Examples: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increased flexibility of operation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higher quality products/services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better customer relations</a:t>
            </a:r>
          </a:p>
          <a:p>
            <a:pPr marL="795338" lvl="2" indent="-171450">
              <a:spcBef>
                <a:spcPct val="10000"/>
              </a:spcBef>
            </a:pPr>
            <a:r>
              <a:rPr lang="en-US" altLang="en-US" sz="1200" dirty="0"/>
              <a:t>improved staff morale</a:t>
            </a:r>
          </a:p>
          <a:p>
            <a:pPr marL="227013" indent="-227013"/>
            <a:r>
              <a:rPr lang="en-US" altLang="en-US" sz="2000" dirty="0"/>
              <a:t>How will the benefits accrue?</a:t>
            </a:r>
          </a:p>
          <a:p>
            <a:pPr marL="509588" lvl="1" indent="-168275"/>
            <a:r>
              <a:rPr lang="en-US" altLang="en-US" sz="1400" dirty="0"/>
              <a:t>When - over what timescale?</a:t>
            </a:r>
          </a:p>
          <a:p>
            <a:pPr marL="509588" lvl="1" indent="-168275"/>
            <a:r>
              <a:rPr lang="en-US" altLang="en-US" sz="1400" dirty="0"/>
              <a:t>Where in the organization?</a:t>
            </a:r>
          </a:p>
        </p:txBody>
      </p:sp>
      <p:sp>
        <p:nvSpPr>
          <p:cNvPr id="133130" name="Rectangle 10">
            <a:extLst>
              <a:ext uri="{FF2B5EF4-FFF2-40B4-BE49-F238E27FC236}">
                <a16:creationId xmlns:a16="http://schemas.microsoft.com/office/drawing/2014/main" id="{BC61AF7F-5CD0-354B-AE04-D80D9A37C628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172200" y="1219200"/>
            <a:ext cx="4191000" cy="5257800"/>
          </a:xfrm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lnSpcReduction="10000"/>
          </a:bodyPr>
          <a:lstStyle/>
          <a:p>
            <a:pPr marL="227013" indent="-227013">
              <a:spcBef>
                <a:spcPct val="15000"/>
              </a:spcBef>
            </a:pPr>
            <a:r>
              <a:rPr lang="en-US" altLang="en-US" sz="2000"/>
              <a:t>Development costs (OTO)</a:t>
            </a:r>
          </a:p>
          <a:p>
            <a:pPr marL="511175" lvl="1" indent="-169863"/>
            <a:r>
              <a:rPr lang="en-US" altLang="en-US" sz="1400"/>
              <a:t>Development and purchasing costs: 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Cost of development team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Consultant fees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software used (buy or build)?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hardware (what to buy, buy/lease)?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facilities (site, communications, power,...)</a:t>
            </a:r>
          </a:p>
          <a:p>
            <a:pPr marL="511175" lvl="1" indent="-169863"/>
            <a:r>
              <a:rPr lang="en-US" altLang="en-US" sz="1400"/>
              <a:t>Installation and conversion costs: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installing the system,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training personnel,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file conversion,....</a:t>
            </a:r>
          </a:p>
          <a:p>
            <a:pPr marL="227013" indent="-227013"/>
            <a:r>
              <a:rPr lang="en-US" altLang="en-US" sz="2000"/>
              <a:t>Operational costs (on-going)</a:t>
            </a:r>
          </a:p>
          <a:p>
            <a:pPr marL="511175" lvl="1" indent="-169863"/>
            <a:r>
              <a:rPr lang="en-US" altLang="en-US" sz="1400"/>
              <a:t>System Maintenance: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hardware (repairs, lease, supplies,...),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software (licenses and contracts),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facilities</a:t>
            </a:r>
          </a:p>
          <a:p>
            <a:pPr marL="511175" lvl="1" indent="-169863"/>
            <a:r>
              <a:rPr lang="en-US" altLang="en-US" sz="1400"/>
              <a:t>Personnel: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For operation (data entry, backups,…)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For support (user support, hardware and software maintenance, supplies,…)</a:t>
            </a:r>
          </a:p>
          <a:p>
            <a:pPr marL="800100" lvl="2" indent="-174625">
              <a:spcBef>
                <a:spcPct val="10000"/>
              </a:spcBef>
            </a:pPr>
            <a:r>
              <a:rPr lang="en-US" altLang="en-US" sz="1200"/>
              <a:t>On-going training costs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C43D16D4-C365-3546-9942-54CBB7BC0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7123" y="364620"/>
            <a:ext cx="5937755" cy="905381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Analyzing Costs vs. Benefits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54BE55F5-7577-EE40-A27D-288CBA35C3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52650" y="1825625"/>
            <a:ext cx="7886700" cy="4667249"/>
          </a:xfrm>
        </p:spPr>
        <p:txBody>
          <a:bodyPr>
            <a:normAutofit fontScale="85000" lnSpcReduction="20000"/>
          </a:bodyPr>
          <a:lstStyle/>
          <a:p>
            <a:pPr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Identify costs and benefits</a:t>
            </a:r>
          </a:p>
          <a:p>
            <a:pPr lvl="1"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Tangible and intangible, one-time and recurring</a:t>
            </a:r>
          </a:p>
          <a:p>
            <a:pPr lvl="1"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Assign values to costs and benefits</a:t>
            </a:r>
          </a:p>
          <a:p>
            <a:pPr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Determine Cash Flow</a:t>
            </a:r>
          </a:p>
          <a:p>
            <a:pPr lvl="1"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Project the costs and benefits over time, e.g. 3-5 years</a:t>
            </a:r>
          </a:p>
          <a:p>
            <a:pPr lvl="1"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Calculate </a:t>
            </a:r>
            <a:r>
              <a:rPr lang="en-US" altLang="en-US" dirty="0">
                <a:solidFill>
                  <a:srgbClr val="800000"/>
                </a:solidFill>
              </a:rPr>
              <a:t>Net Present Value</a:t>
            </a:r>
            <a:r>
              <a:rPr lang="en-US" altLang="en-US" dirty="0"/>
              <a:t> for all future costs/benefits</a:t>
            </a:r>
          </a:p>
          <a:p>
            <a:pPr lvl="2"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determines future costs/benefits of the project in terms of today’s pound values</a:t>
            </a:r>
          </a:p>
          <a:p>
            <a:pPr lvl="2"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A pound earned today is worth more than a potential pound earned next year</a:t>
            </a:r>
          </a:p>
          <a:p>
            <a:pPr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Do cost/benefit analysis</a:t>
            </a:r>
          </a:p>
          <a:p>
            <a:pPr lvl="1"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Calculate </a:t>
            </a:r>
            <a:r>
              <a:rPr lang="en-US" altLang="en-US" dirty="0">
                <a:solidFill>
                  <a:srgbClr val="800000"/>
                </a:solidFill>
              </a:rPr>
              <a:t>Return on Investment</a:t>
            </a:r>
            <a:r>
              <a:rPr lang="en-US" altLang="en-US" dirty="0"/>
              <a:t>:</a:t>
            </a:r>
          </a:p>
          <a:p>
            <a:pPr lvl="2"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Allows comparison of lifetime profitability of alternative solutions.</a:t>
            </a:r>
          </a:p>
          <a:p>
            <a:pPr lvl="2">
              <a:buNone/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>
                <a:solidFill>
                  <a:srgbClr val="800080"/>
                </a:solidFill>
                <a:latin typeface="Helvetica" pitchFamily="2" charset="0"/>
              </a:rPr>
              <a:t>		ROI   =	Total Profit	=	Lifetime benefits - Lifetime costs</a:t>
            </a:r>
          </a:p>
          <a:p>
            <a:pPr lvl="2">
              <a:buNone/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>
                <a:solidFill>
                  <a:srgbClr val="800080"/>
                </a:solidFill>
                <a:latin typeface="Helvetica" pitchFamily="2" charset="0"/>
              </a:rPr>
              <a:t>			Total Cost		Lifetime costs</a:t>
            </a:r>
            <a:r>
              <a:rPr lang="en-US" altLang="en-US" dirty="0"/>
              <a:t> </a:t>
            </a:r>
          </a:p>
          <a:p>
            <a:pPr lvl="1"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Calculate </a:t>
            </a:r>
            <a:r>
              <a:rPr lang="en-US" altLang="en-US" dirty="0">
                <a:solidFill>
                  <a:srgbClr val="800000"/>
                </a:solidFill>
              </a:rPr>
              <a:t>Break-Even point</a:t>
            </a:r>
            <a:r>
              <a:rPr lang="en-US" altLang="en-US" dirty="0"/>
              <a:t>:</a:t>
            </a:r>
          </a:p>
          <a:p>
            <a:pPr lvl="2"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dirty="0"/>
              <a:t>how long will it take (in years) to pay back the accrued costs:</a:t>
            </a:r>
          </a:p>
          <a:p>
            <a:pPr lvl="1" algn="ctr">
              <a:buNone/>
              <a:tabLst>
                <a:tab pos="1828800" algn="r"/>
                <a:tab pos="2971800" algn="ctr"/>
                <a:tab pos="4114800" algn="ctr"/>
                <a:tab pos="6062663" algn="ctr"/>
              </a:tabLst>
            </a:pPr>
            <a:r>
              <a:rPr lang="en-US" altLang="en-US" sz="1400" dirty="0">
                <a:solidFill>
                  <a:srgbClr val="800080"/>
                </a:solidFill>
                <a:latin typeface="Helvetica" pitchFamily="2" charset="0"/>
              </a:rPr>
              <a:t>@T (Accrued Benefit &gt; Accrued Cost)</a:t>
            </a:r>
          </a:p>
        </p:txBody>
      </p:sp>
      <p:sp>
        <p:nvSpPr>
          <p:cNvPr id="136196" name="Line 4">
            <a:extLst>
              <a:ext uri="{FF2B5EF4-FFF2-40B4-BE49-F238E27FC236}">
                <a16:creationId xmlns:a16="http://schemas.microsoft.com/office/drawing/2014/main" id="{0E8584F5-A542-C540-9E57-6D65ADDF7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7275" y="5270007"/>
            <a:ext cx="2895600" cy="0"/>
          </a:xfrm>
          <a:prstGeom prst="line">
            <a:avLst/>
          </a:prstGeom>
          <a:noFill/>
          <a:ln w="1905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6197" name="Line 5">
            <a:extLst>
              <a:ext uri="{FF2B5EF4-FFF2-40B4-BE49-F238E27FC236}">
                <a16:creationId xmlns:a16="http://schemas.microsoft.com/office/drawing/2014/main" id="{A60EF6C4-3947-E348-85E1-DB51167D06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1864" y="5303141"/>
            <a:ext cx="1066800" cy="0"/>
          </a:xfrm>
          <a:prstGeom prst="line">
            <a:avLst/>
          </a:prstGeom>
          <a:noFill/>
          <a:ln w="19050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EA237DF1-08D9-C149-90DA-4E953B284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Calculating Present Value (PV)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6CC10FD5-4BEE-0240-816A-FBE1BE98F5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78925" y="1384599"/>
            <a:ext cx="8802805" cy="5311169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1370013" algn="l"/>
                <a:tab pos="4572000" algn="ctr"/>
              </a:tabLst>
            </a:pPr>
            <a:r>
              <a:rPr lang="en-US" altLang="en-US" dirty="0"/>
              <a:t>A pound today is worth more than a pound tomorrow…</a:t>
            </a:r>
          </a:p>
          <a:p>
            <a:pPr lvl="1">
              <a:tabLst>
                <a:tab pos="1370013" algn="l"/>
                <a:tab pos="4572000" algn="ctr"/>
              </a:tabLst>
            </a:pPr>
            <a:r>
              <a:rPr lang="en-US" altLang="en-US" dirty="0"/>
              <a:t>PV returns the current value of a future sum of money for a specified rate of return</a:t>
            </a:r>
          </a:p>
          <a:p>
            <a:pPr>
              <a:tabLst>
                <a:tab pos="1370013" algn="l"/>
                <a:tab pos="4572000" algn="ctr"/>
              </a:tabLst>
            </a:pPr>
            <a:r>
              <a:rPr lang="en-US" altLang="en-US" dirty="0"/>
              <a:t>The discount rate (investment rate of return which is applied to the present value calculation) </a:t>
            </a:r>
          </a:p>
          <a:p>
            <a:pPr lvl="1">
              <a:tabLst>
                <a:tab pos="1370013" algn="l"/>
                <a:tab pos="4572000" algn="ctr"/>
              </a:tabLst>
            </a:pPr>
            <a:r>
              <a:rPr lang="en-US" altLang="en-US" dirty="0"/>
              <a:t>measures opportunity cost: </a:t>
            </a:r>
          </a:p>
          <a:p>
            <a:pPr lvl="2">
              <a:spcBef>
                <a:spcPct val="0"/>
              </a:spcBef>
              <a:tabLst>
                <a:tab pos="1370013" algn="l"/>
                <a:tab pos="4572000" algn="ctr"/>
              </a:tabLst>
            </a:pPr>
            <a:r>
              <a:rPr lang="en-US" altLang="en-US" dirty="0"/>
              <a:t>Money invested in this project means money not available for other things</a:t>
            </a:r>
          </a:p>
          <a:p>
            <a:pPr lvl="2">
              <a:spcBef>
                <a:spcPct val="0"/>
              </a:spcBef>
              <a:tabLst>
                <a:tab pos="1370013" algn="l"/>
                <a:tab pos="4572000" algn="ctr"/>
              </a:tabLst>
            </a:pPr>
            <a:r>
              <a:rPr lang="en-US" altLang="en-US" dirty="0"/>
              <a:t>Benefits expected in future years are more prone to risk</a:t>
            </a:r>
          </a:p>
          <a:p>
            <a:pPr lvl="2">
              <a:spcBef>
                <a:spcPct val="0"/>
              </a:spcBef>
              <a:tabLst>
                <a:tab pos="1370013" algn="l"/>
                <a:tab pos="4572000" algn="ctr"/>
              </a:tabLst>
            </a:pPr>
            <a:r>
              <a:rPr lang="en-US" altLang="en-US" dirty="0"/>
              <a:t>Higher the discount rate, the lower the present value of future cash flow</a:t>
            </a:r>
          </a:p>
          <a:p>
            <a:pPr lvl="1">
              <a:tabLst>
                <a:tab pos="1370013" algn="l"/>
                <a:tab pos="4572000" algn="ctr"/>
              </a:tabLst>
            </a:pPr>
            <a:r>
              <a:rPr lang="en-US" altLang="en-US" dirty="0"/>
              <a:t>This number is company- and industry-specific, related to how the company gets its funds e.g. if shareholders expect a 12% return, that is the discount rate used for PV</a:t>
            </a:r>
          </a:p>
          <a:p>
            <a:pPr lvl="1">
              <a:tabLst>
                <a:tab pos="1370013" algn="l"/>
                <a:tab pos="4572000" algn="ctr"/>
              </a:tabLst>
            </a:pPr>
            <a:r>
              <a:rPr lang="en-US" altLang="en-US" dirty="0"/>
              <a:t>Determining the appropriate discount rate is key to true valuing of future cash flows</a:t>
            </a:r>
          </a:p>
          <a:p>
            <a:pPr lvl="2">
              <a:spcBef>
                <a:spcPct val="0"/>
              </a:spcBef>
              <a:tabLst>
                <a:tab pos="1370013" algn="l"/>
                <a:tab pos="4572000" algn="ctr"/>
              </a:tabLst>
            </a:pPr>
            <a:r>
              <a:rPr lang="en-US" altLang="en-US" dirty="0"/>
              <a:t>“what is the average annual return for investments in this industry?”</a:t>
            </a:r>
          </a:p>
          <a:p>
            <a:pPr>
              <a:tabLst>
                <a:tab pos="1370013" algn="l"/>
                <a:tab pos="4572000" algn="ctr"/>
              </a:tabLst>
            </a:pPr>
            <a:r>
              <a:rPr lang="en-US" altLang="en-US" dirty="0"/>
              <a:t>Present Value:</a:t>
            </a:r>
          </a:p>
          <a:p>
            <a:pPr lvl="1">
              <a:tabLst>
                <a:tab pos="1370013" algn="l"/>
                <a:tab pos="4572000" algn="ctr"/>
              </a:tabLst>
            </a:pPr>
            <a:r>
              <a:rPr lang="en-US" altLang="en-US" dirty="0"/>
              <a:t>The “current year” pound value for costs/benefits </a:t>
            </a:r>
            <a:r>
              <a:rPr lang="en-US" altLang="en-US" dirty="0">
                <a:solidFill>
                  <a:srgbClr val="800080"/>
                </a:solidFill>
                <a:latin typeface="Helvetica" pitchFamily="2" charset="0"/>
              </a:rPr>
              <a:t>n</a:t>
            </a:r>
            <a:r>
              <a:rPr lang="en-US" altLang="en-US" dirty="0"/>
              <a:t> years into the future</a:t>
            </a:r>
          </a:p>
          <a:p>
            <a:pPr lvl="2">
              <a:spcBef>
                <a:spcPct val="0"/>
              </a:spcBef>
              <a:tabLst>
                <a:tab pos="1370013" algn="l"/>
                <a:tab pos="4572000" algn="ctr"/>
              </a:tabLst>
            </a:pPr>
            <a:r>
              <a:rPr lang="en-US" altLang="en-US" dirty="0"/>
              <a:t>… for a given discount rate </a:t>
            </a:r>
            <a:r>
              <a:rPr lang="en-US" altLang="en-US" dirty="0">
                <a:solidFill>
                  <a:srgbClr val="800080"/>
                </a:solidFill>
                <a:latin typeface="Helvetica" pitchFamily="2" charset="0"/>
              </a:rPr>
              <a:t>r</a:t>
            </a:r>
            <a:endParaRPr lang="en-US" altLang="en-US" dirty="0"/>
          </a:p>
          <a:p>
            <a:pPr lvl="1">
              <a:buNone/>
              <a:tabLst>
                <a:tab pos="1370013" algn="l"/>
                <a:tab pos="4572000" algn="ctr"/>
              </a:tabLst>
            </a:pPr>
            <a:r>
              <a:rPr lang="en-US" altLang="en-US" dirty="0"/>
              <a:t>		                                   </a:t>
            </a:r>
            <a:r>
              <a:rPr lang="en-US" altLang="en-US" dirty="0">
                <a:solidFill>
                  <a:srgbClr val="800080"/>
                </a:solidFill>
                <a:latin typeface="Helvetica" pitchFamily="2" charset="0"/>
              </a:rPr>
              <a:t>FV</a:t>
            </a:r>
          </a:p>
          <a:p>
            <a:pPr lvl="1">
              <a:buNone/>
              <a:tabLst>
                <a:tab pos="1370013" algn="l"/>
                <a:tab pos="4572000" algn="ctr"/>
              </a:tabLst>
            </a:pPr>
            <a:r>
              <a:rPr lang="en-US" altLang="en-US" dirty="0">
                <a:solidFill>
                  <a:srgbClr val="800080"/>
                </a:solidFill>
                <a:latin typeface="Helvetica" pitchFamily="2" charset="0"/>
              </a:rPr>
              <a:t>		Present Value =      (1 + r)</a:t>
            </a:r>
            <a:r>
              <a:rPr lang="en-US" altLang="en-US" baseline="30000" dirty="0">
                <a:solidFill>
                  <a:srgbClr val="800080"/>
                </a:solidFill>
                <a:latin typeface="Helvetica" pitchFamily="2" charset="0"/>
              </a:rPr>
              <a:t>n</a:t>
            </a:r>
            <a:endParaRPr lang="en-US" altLang="en-US" dirty="0">
              <a:solidFill>
                <a:srgbClr val="800080"/>
              </a:solidFill>
              <a:latin typeface="Helvetica" pitchFamily="2" charset="0"/>
            </a:endParaRPr>
          </a:p>
          <a:p>
            <a:pPr lvl="1">
              <a:spcBef>
                <a:spcPct val="50000"/>
              </a:spcBef>
              <a:tabLst>
                <a:tab pos="1370013" algn="l"/>
                <a:tab pos="4572000" algn="ctr"/>
              </a:tabLst>
            </a:pPr>
            <a:r>
              <a:rPr lang="en-US" altLang="en-US" dirty="0"/>
              <a:t>If you expect to earn £5000 in five years time, if the discount rate is 8.25% and need to calculate what the payment will be worth today</a:t>
            </a:r>
          </a:p>
          <a:p>
            <a:pPr lvl="2">
              <a:spcBef>
                <a:spcPct val="0"/>
              </a:spcBef>
              <a:tabLst>
                <a:tab pos="1370013" algn="l"/>
                <a:tab pos="4572000" algn="ctr"/>
              </a:tabLst>
            </a:pPr>
            <a:r>
              <a:rPr lang="en-US" altLang="en-US" dirty="0"/>
              <a:t>Present_Value = £5000/(1.0825)5=3,363.80</a:t>
            </a:r>
          </a:p>
        </p:txBody>
      </p:sp>
      <p:sp>
        <p:nvSpPr>
          <p:cNvPr id="137220" name="Line 4">
            <a:extLst>
              <a:ext uri="{FF2B5EF4-FFF2-40B4-BE49-F238E27FC236}">
                <a16:creationId xmlns:a16="http://schemas.microsoft.com/office/drawing/2014/main" id="{E3A4CE0D-F66D-E84B-AC60-8CBFDC12C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3005" y="5384909"/>
            <a:ext cx="762000" cy="0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77E7E-0CB0-455D-921E-28EA40A0A0DB}"/>
              </a:ext>
            </a:extLst>
          </p:cNvPr>
          <p:cNvSpPr txBox="1"/>
          <p:nvPr/>
        </p:nvSpPr>
        <p:spPr>
          <a:xfrm>
            <a:off x="6220536" y="5104068"/>
            <a:ext cx="23335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FV = Future Value</a:t>
            </a:r>
          </a:p>
          <a:p>
            <a:r>
              <a:rPr lang="en-GB" sz="1400" dirty="0">
                <a:solidFill>
                  <a:srgbClr val="FF0000"/>
                </a:solidFill>
              </a:rPr>
              <a:t>r = Rate of Return</a:t>
            </a:r>
          </a:p>
          <a:p>
            <a:r>
              <a:rPr lang="en-GB" sz="1400" dirty="0">
                <a:solidFill>
                  <a:srgbClr val="FF0000"/>
                </a:solidFill>
              </a:rPr>
              <a:t>n = Number of periods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1BCBE-E56F-454D-BE13-EA7464A4415D}"/>
              </a:ext>
            </a:extLst>
          </p:cNvPr>
          <p:cNvSpPr txBox="1"/>
          <p:nvPr/>
        </p:nvSpPr>
        <p:spPr>
          <a:xfrm>
            <a:off x="9365226" y="6238568"/>
            <a:ext cx="2521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Fernando et al, 2022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6" name="Rectangle 6">
            <a:extLst>
              <a:ext uri="{FF2B5EF4-FFF2-40B4-BE49-F238E27FC236}">
                <a16:creationId xmlns:a16="http://schemas.microsoft.com/office/drawing/2014/main" id="{5B33C83D-436A-5C4A-96EC-852AF1596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 Present Value</a:t>
            </a:r>
          </a:p>
        </p:txBody>
      </p:sp>
      <p:sp>
        <p:nvSpPr>
          <p:cNvPr id="138247" name="Rectangle 7">
            <a:extLst>
              <a:ext uri="{FF2B5EF4-FFF2-40B4-BE49-F238E27FC236}">
                <a16:creationId xmlns:a16="http://schemas.microsoft.com/office/drawing/2014/main" id="{86D3ACF1-AE6B-DF47-9F2A-0D7B0DF269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1400" dirty="0"/>
              <a:t>Measures the total value of the investment</a:t>
            </a:r>
          </a:p>
          <a:p>
            <a:pPr lvl="1"/>
            <a:r>
              <a:rPr lang="en-US" altLang="en-US" sz="1400" dirty="0"/>
              <a:t>	…with all figures adjusted to present pound values</a:t>
            </a:r>
          </a:p>
          <a:p>
            <a:pPr lvl="2"/>
            <a:r>
              <a:rPr lang="en-US" altLang="en-US" dirty="0"/>
              <a:t>NPV = Cumulative PV of all benefits - Cumulative PV of all costs</a:t>
            </a:r>
          </a:p>
          <a:p>
            <a:pPr lvl="1"/>
            <a:endParaRPr lang="en-US" altLang="en-US" sz="1400" dirty="0"/>
          </a:p>
          <a:p>
            <a:pPr lvl="1"/>
            <a:endParaRPr lang="en-US" altLang="en-US" sz="1400" dirty="0"/>
          </a:p>
          <a:p>
            <a:pPr lvl="1"/>
            <a:r>
              <a:rPr lang="en-US" altLang="en-US" sz="1400" dirty="0"/>
              <a:t>Assuming subsequent years are like year 4…</a:t>
            </a:r>
          </a:p>
          <a:p>
            <a:pPr lvl="2"/>
            <a:r>
              <a:rPr lang="en-US" altLang="en-US" dirty="0"/>
              <a:t>the net present value of this investment in the project will be:</a:t>
            </a:r>
          </a:p>
          <a:p>
            <a:pPr lvl="2"/>
            <a:r>
              <a:rPr lang="en-US" altLang="en-US" dirty="0"/>
              <a:t>after 5 years, £13,652</a:t>
            </a:r>
          </a:p>
          <a:p>
            <a:pPr lvl="2"/>
            <a:r>
              <a:rPr lang="en-US" altLang="en-US" dirty="0"/>
              <a:t>after 6 years, £36,168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45CB5D3C-5274-AC48-8BB3-31455B825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7123" y="179501"/>
            <a:ext cx="5937755" cy="774656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Return on Investment (ROI) analysis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95EBA0F8-06B7-DA49-B138-14A109C199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30046" y="1133071"/>
            <a:ext cx="5937755" cy="4606958"/>
          </a:xfrm>
        </p:spPr>
        <p:txBody>
          <a:bodyPr>
            <a:noAutofit/>
          </a:bodyPr>
          <a:lstStyle/>
          <a:p>
            <a:pPr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For comparing overall profitability</a:t>
            </a:r>
          </a:p>
          <a:p>
            <a:pPr lvl="1"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Which alternative is the best investment? </a:t>
            </a:r>
          </a:p>
          <a:p>
            <a:pPr lvl="1"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ROI measures the ratio of the value of an investment to its cost.</a:t>
            </a:r>
          </a:p>
          <a:p>
            <a:pPr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ROI is calculated as follows:</a:t>
            </a:r>
          </a:p>
          <a:p>
            <a:pPr lvl="1">
              <a:buNone/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>
                <a:solidFill>
                  <a:srgbClr val="800080"/>
                </a:solidFill>
                <a:latin typeface="Helvetica" pitchFamily="2" charset="0"/>
              </a:rPr>
              <a:t>		ROI	=	Estimated lifetime benefits - Estimated lifetime costs</a:t>
            </a:r>
          </a:p>
          <a:p>
            <a:pPr lvl="1">
              <a:buNone/>
              <a:tabLst>
                <a:tab pos="1260475" algn="ctr"/>
                <a:tab pos="1768475" algn="r"/>
                <a:tab pos="4572000" algn="ctr"/>
              </a:tabLst>
            </a:pPr>
            <a:br>
              <a:rPr lang="en-US" altLang="en-US" sz="1200" dirty="0">
                <a:solidFill>
                  <a:srgbClr val="800080"/>
                </a:solidFill>
                <a:latin typeface="Helvetica" pitchFamily="2" charset="0"/>
              </a:rPr>
            </a:br>
            <a:r>
              <a:rPr lang="en-US" altLang="en-US" sz="1200" dirty="0">
                <a:solidFill>
                  <a:srgbClr val="800080"/>
                </a:solidFill>
                <a:latin typeface="Helvetica" pitchFamily="2" charset="0"/>
              </a:rPr>
              <a:t>			Estimated lifetime costs</a:t>
            </a:r>
          </a:p>
          <a:p>
            <a:pPr lvl="1">
              <a:buNone/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or:</a:t>
            </a:r>
          </a:p>
          <a:p>
            <a:pPr lvl="1">
              <a:buNone/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>
                <a:solidFill>
                  <a:srgbClr val="800080"/>
                </a:solidFill>
                <a:latin typeface="Helvetica" pitchFamily="2" charset="0"/>
              </a:rPr>
              <a:t>		ROI	=	Net Present value / Estimated lifetime costs</a:t>
            </a:r>
            <a:endParaRPr lang="en-US" altLang="en-US" sz="1200" dirty="0"/>
          </a:p>
          <a:p>
            <a:pPr lvl="1"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For our example</a:t>
            </a:r>
          </a:p>
          <a:p>
            <a:pPr lvl="2"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ROI  = (795,440 - 488,692) / 488,692 </a:t>
            </a:r>
            <a:r>
              <a:rPr lang="en-US" altLang="en-US" sz="1200" dirty="0">
                <a:sym typeface="Symbol" pitchFamily="2" charset="2"/>
              </a:rPr>
              <a:t></a:t>
            </a:r>
            <a:r>
              <a:rPr lang="en-US" altLang="en-US" sz="1200" dirty="0"/>
              <a:t> 63%, </a:t>
            </a:r>
          </a:p>
          <a:p>
            <a:pPr lvl="2"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or   ROI =   306,748 / 488,692 </a:t>
            </a:r>
            <a:r>
              <a:rPr lang="en-US" altLang="en-US" sz="1200" dirty="0">
                <a:sym typeface="Symbol" pitchFamily="2" charset="2"/>
              </a:rPr>
              <a:t></a:t>
            </a:r>
            <a:r>
              <a:rPr lang="en-US" altLang="en-US" sz="1200" dirty="0"/>
              <a:t> 63%</a:t>
            </a:r>
          </a:p>
          <a:p>
            <a:pPr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Solution with the highest ROI is the best alternative</a:t>
            </a:r>
          </a:p>
          <a:p>
            <a:pPr lvl="1"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But need to know payback period too to get the full picture</a:t>
            </a:r>
          </a:p>
          <a:p>
            <a:pPr lvl="2">
              <a:tabLst>
                <a:tab pos="1260475" algn="ctr"/>
                <a:tab pos="1768475" algn="r"/>
                <a:tab pos="4572000" algn="ctr"/>
              </a:tabLst>
            </a:pPr>
            <a:r>
              <a:rPr lang="en-US" altLang="en-US" sz="1200" dirty="0"/>
              <a:t>E.g. A lower ROI with earlier payback may be preferable in some circumstances</a:t>
            </a:r>
          </a:p>
        </p:txBody>
      </p:sp>
      <p:sp>
        <p:nvSpPr>
          <p:cNvPr id="142340" name="Line 4">
            <a:extLst>
              <a:ext uri="{FF2B5EF4-FFF2-40B4-BE49-F238E27FC236}">
                <a16:creationId xmlns:a16="http://schemas.microsoft.com/office/drawing/2014/main" id="{044756CF-BEC8-B64D-8D02-AE9AE31292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9443" y="2736159"/>
            <a:ext cx="4072512" cy="7041"/>
          </a:xfrm>
          <a:prstGeom prst="line">
            <a:avLst/>
          </a:prstGeom>
          <a:noFill/>
          <a:ln w="2857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8660ED-D0B5-4562-89E8-F1B8BD722510}"/>
              </a:ext>
            </a:extLst>
          </p:cNvPr>
          <p:cNvSpPr txBox="1"/>
          <p:nvPr/>
        </p:nvSpPr>
        <p:spPr>
          <a:xfrm>
            <a:off x="9261987" y="6032090"/>
            <a:ext cx="2654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Beattie &amp; James, 2022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4" name="Rectangle 8">
            <a:extLst>
              <a:ext uri="{FF2B5EF4-FFF2-40B4-BE49-F238E27FC236}">
                <a16:creationId xmlns:a16="http://schemas.microsoft.com/office/drawing/2014/main" id="{6F5EABD0-C27F-E349-A820-39DB360336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7123" y="187944"/>
            <a:ext cx="5937755" cy="930031"/>
          </a:xfrm>
        </p:spPr>
        <p:txBody>
          <a:bodyPr/>
          <a:lstStyle/>
          <a:p>
            <a:r>
              <a:rPr lang="en-US" altLang="en-US"/>
              <a:t>Feasibility Study Contents</a:t>
            </a:r>
          </a:p>
        </p:txBody>
      </p:sp>
      <p:sp>
        <p:nvSpPr>
          <p:cNvPr id="147465" name="Rectangle 9">
            <a:extLst>
              <a:ext uri="{FF2B5EF4-FFF2-40B4-BE49-F238E27FC236}">
                <a16:creationId xmlns:a16="http://schemas.microsoft.com/office/drawing/2014/main" id="{124B81AC-566A-5542-84FE-1A30C384D89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626240" y="1504336"/>
            <a:ext cx="4261257" cy="4557251"/>
          </a:xfrm>
        </p:spPr>
        <p:txBody>
          <a:bodyPr>
            <a:normAutofit fontScale="92500" lnSpcReduction="10000"/>
          </a:bodyPr>
          <a:lstStyle/>
          <a:p>
            <a:pPr marL="381000" indent="-381000">
              <a:buFont typeface="Times" pitchFamily="2" charset="0"/>
              <a:buAutoNum type="arabicPeriod"/>
            </a:pPr>
            <a:r>
              <a:rPr lang="en-US" altLang="en-US" dirty="0"/>
              <a:t>Purpose &amp; scope of </a:t>
            </a:r>
            <a:r>
              <a:rPr lang="en-US" altLang="en-US" i="1" dirty="0">
                <a:solidFill>
                  <a:srgbClr val="800000"/>
                </a:solidFill>
              </a:rPr>
              <a:t>the study</a:t>
            </a:r>
            <a:endParaRPr lang="en-US" altLang="en-US" dirty="0"/>
          </a:p>
          <a:p>
            <a:pPr marL="723900" lvl="1" indent="-266700"/>
            <a:r>
              <a:rPr lang="en-US" altLang="en-US" sz="1400" dirty="0"/>
              <a:t>Objectives (of the study)</a:t>
            </a:r>
          </a:p>
          <a:p>
            <a:pPr marL="723900" lvl="1" indent="-266700"/>
            <a:r>
              <a:rPr lang="en-US" altLang="en-US" sz="1400" dirty="0"/>
              <a:t>who commissioned it &amp; who did it,</a:t>
            </a:r>
          </a:p>
          <a:p>
            <a:pPr marL="723900" lvl="1" indent="-266700"/>
            <a:r>
              <a:rPr lang="en-US" altLang="en-US" sz="1400" dirty="0"/>
              <a:t>sources of information,</a:t>
            </a:r>
          </a:p>
          <a:p>
            <a:pPr marL="723900" lvl="1" indent="-266700"/>
            <a:r>
              <a:rPr lang="en-US" altLang="en-US" sz="1400" dirty="0"/>
              <a:t>process used for the study,</a:t>
            </a:r>
          </a:p>
          <a:p>
            <a:pPr marL="723900" lvl="1" indent="-266700"/>
            <a:r>
              <a:rPr lang="en-US" altLang="en-US" sz="1400" dirty="0"/>
              <a:t>how long did it take,…</a:t>
            </a:r>
          </a:p>
          <a:p>
            <a:pPr marL="381000" indent="-381000">
              <a:buFont typeface="Times" pitchFamily="2" charset="0"/>
              <a:buAutoNum type="arabicPeriod"/>
            </a:pPr>
            <a:r>
              <a:rPr lang="en-US" altLang="en-US" dirty="0"/>
              <a:t>Description of present situation </a:t>
            </a:r>
          </a:p>
          <a:p>
            <a:pPr marL="723900" lvl="1" indent="-266700"/>
            <a:r>
              <a:rPr lang="en-US" altLang="en-US" sz="1400" dirty="0"/>
              <a:t>organizational setting, current system(s).</a:t>
            </a:r>
          </a:p>
          <a:p>
            <a:pPr marL="723900" lvl="1" indent="-266700"/>
            <a:r>
              <a:rPr lang="en-US" altLang="en-US" sz="1400" dirty="0"/>
              <a:t>Related factors and constraints.</a:t>
            </a:r>
          </a:p>
          <a:p>
            <a:pPr marL="381000" indent="-381000">
              <a:buFont typeface="Times" pitchFamily="2" charset="0"/>
              <a:buAutoNum type="arabicPeriod"/>
            </a:pPr>
            <a:r>
              <a:rPr lang="en-US" altLang="en-US" dirty="0"/>
              <a:t>Problems and requirements</a:t>
            </a:r>
          </a:p>
          <a:p>
            <a:pPr marL="723900" lvl="1" indent="-266700"/>
            <a:r>
              <a:rPr lang="en-US" altLang="en-US" sz="1400" dirty="0"/>
              <a:t>What’s wrong with the present situation?</a:t>
            </a:r>
          </a:p>
          <a:p>
            <a:pPr marL="723900" lvl="1" indent="-266700"/>
            <a:r>
              <a:rPr lang="en-US" altLang="en-US" sz="1400" dirty="0"/>
              <a:t>What changes are needed?</a:t>
            </a:r>
          </a:p>
          <a:p>
            <a:pPr marL="381000" indent="-381000">
              <a:buFont typeface="Times" pitchFamily="2" charset="0"/>
              <a:buAutoNum type="arabicPeriod"/>
            </a:pPr>
            <a:r>
              <a:rPr lang="en-US" altLang="en-US" dirty="0"/>
              <a:t>Objectives of the new system.</a:t>
            </a:r>
          </a:p>
          <a:p>
            <a:pPr marL="723900" lvl="1" indent="-266700"/>
            <a:r>
              <a:rPr lang="en-US" altLang="en-US" sz="1400" dirty="0"/>
              <a:t>Goals and relationships between them</a:t>
            </a:r>
          </a:p>
        </p:txBody>
      </p:sp>
      <p:sp>
        <p:nvSpPr>
          <p:cNvPr id="147466" name="Rectangle 10">
            <a:extLst>
              <a:ext uri="{FF2B5EF4-FFF2-40B4-BE49-F238E27FC236}">
                <a16:creationId xmlns:a16="http://schemas.microsoft.com/office/drawing/2014/main" id="{C7BFC57C-A6A9-514D-9F24-0DF261DF7A5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7210853" y="1504336"/>
            <a:ext cx="4709811" cy="4778477"/>
          </a:xfrm>
        </p:spPr>
        <p:txBody>
          <a:bodyPr>
            <a:normAutofit fontScale="92500" lnSpcReduction="10000"/>
          </a:bodyPr>
          <a:lstStyle/>
          <a:p>
            <a:pPr marL="381000" indent="-381000">
              <a:buFont typeface="Times" pitchFamily="2" charset="0"/>
              <a:buAutoNum type="arabicPeriod" startAt="5"/>
            </a:pPr>
            <a:r>
              <a:rPr lang="en-US" altLang="en-US" dirty="0"/>
              <a:t>Possible alternatives </a:t>
            </a:r>
          </a:p>
          <a:p>
            <a:pPr marL="723900" lvl="1" indent="-266700"/>
            <a:r>
              <a:rPr lang="en-US" altLang="en-US" sz="1400" dirty="0"/>
              <a:t>…including ‘do nothing’.</a:t>
            </a:r>
          </a:p>
          <a:p>
            <a:pPr marL="381000" indent="-381000">
              <a:buFont typeface="Times" pitchFamily="2" charset="0"/>
              <a:buAutoNum type="arabicPeriod" startAt="5"/>
            </a:pPr>
            <a:r>
              <a:rPr lang="en-US" altLang="en-US" dirty="0"/>
              <a:t>Criteria for comparison </a:t>
            </a:r>
          </a:p>
          <a:p>
            <a:pPr marL="723900" lvl="1" indent="-266700"/>
            <a:r>
              <a:rPr lang="en-US" altLang="en-US" sz="1400" dirty="0"/>
              <a:t>definition of the criteria</a:t>
            </a:r>
          </a:p>
          <a:p>
            <a:pPr marL="381000" indent="-381000">
              <a:buFont typeface="Times" pitchFamily="2" charset="0"/>
              <a:buAutoNum type="arabicPeriod" startAt="5"/>
            </a:pPr>
            <a:r>
              <a:rPr lang="en-US" altLang="en-US" dirty="0"/>
              <a:t>Analysis of alternatives </a:t>
            </a:r>
          </a:p>
          <a:p>
            <a:pPr marL="723900" lvl="1" indent="-266700"/>
            <a:r>
              <a:rPr lang="en-US" altLang="en-US" sz="1400" dirty="0"/>
              <a:t>description of each alternative</a:t>
            </a:r>
          </a:p>
          <a:p>
            <a:pPr marL="723900" lvl="1" indent="-266700"/>
            <a:r>
              <a:rPr lang="en-US" altLang="en-US" sz="1400" dirty="0"/>
              <a:t>evaluation with respect to criteria</a:t>
            </a:r>
          </a:p>
          <a:p>
            <a:pPr marL="723900" lvl="1" indent="-266700"/>
            <a:r>
              <a:rPr lang="en-US" altLang="en-US" sz="1400" dirty="0"/>
              <a:t>cost/benefit analysis and special implications.</a:t>
            </a:r>
          </a:p>
          <a:p>
            <a:pPr marL="381000" indent="-381000">
              <a:buFont typeface="Times" pitchFamily="2" charset="0"/>
              <a:buAutoNum type="arabicPeriod" startAt="5"/>
            </a:pPr>
            <a:r>
              <a:rPr lang="en-US" altLang="en-US" dirty="0"/>
              <a:t>Recommendations </a:t>
            </a:r>
          </a:p>
          <a:p>
            <a:pPr marL="723900" lvl="1" indent="-266700"/>
            <a:r>
              <a:rPr lang="en-US" altLang="en-US" sz="1400" dirty="0"/>
              <a:t>what is recommended and implications</a:t>
            </a:r>
          </a:p>
          <a:p>
            <a:pPr marL="723900" lvl="1" indent="-266700"/>
            <a:r>
              <a:rPr lang="en-US" altLang="en-US" sz="1400" dirty="0"/>
              <a:t>what to do next; </a:t>
            </a:r>
          </a:p>
          <a:p>
            <a:pPr lvl="2"/>
            <a:r>
              <a:rPr lang="en-US" altLang="en-US" sz="1200" dirty="0"/>
              <a:t>E.g. may recommend an interim solution and a permanent solution</a:t>
            </a:r>
          </a:p>
          <a:p>
            <a:pPr marL="381000" indent="-381000">
              <a:buFont typeface="Times" pitchFamily="2" charset="0"/>
              <a:buAutoNum type="arabicPeriod" startAt="5"/>
            </a:pPr>
            <a:r>
              <a:rPr lang="en-US" altLang="en-US" dirty="0"/>
              <a:t>Appendices</a:t>
            </a:r>
          </a:p>
          <a:p>
            <a:pPr marL="723900" lvl="1" indent="-266700"/>
            <a:r>
              <a:rPr lang="en-US" altLang="en-US" sz="1400" dirty="0"/>
              <a:t>to include any supporting material.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45011C3E-4DB1-8842-B942-276C0B6158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05507" y="523240"/>
            <a:ext cx="5797296" cy="1188720"/>
          </a:xfrm>
        </p:spPr>
        <p:txBody>
          <a:bodyPr>
            <a:normAutofit/>
          </a:bodyPr>
          <a:lstStyle/>
          <a:p>
            <a:r>
              <a:rPr lang="en-US" altLang="en-US"/>
              <a:t>Comparing Alternatives</a:t>
            </a:r>
          </a:p>
        </p:txBody>
      </p:sp>
      <p:graphicFrame>
        <p:nvGraphicFramePr>
          <p:cNvPr id="143365" name="Rectangle 3">
            <a:extLst>
              <a:ext uri="{FF2B5EF4-FFF2-40B4-BE49-F238E27FC236}">
                <a16:creationId xmlns:a16="http://schemas.microsoft.com/office/drawing/2014/main" id="{F3748709-DA81-402D-85E9-89F6988B26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7461453"/>
              </p:ext>
            </p:extLst>
          </p:nvPr>
        </p:nvGraphicFramePr>
        <p:xfrm>
          <a:off x="2005781" y="1563330"/>
          <a:ext cx="9291483" cy="4925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6788-A7E5-4B48-BC7A-C9A8FB4C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0046" y="669724"/>
            <a:ext cx="5937755" cy="1188720"/>
          </a:xfrm>
        </p:spPr>
        <p:txBody>
          <a:bodyPr/>
          <a:lstStyle/>
          <a:p>
            <a:r>
              <a:rPr lang="en-US" dirty="0"/>
              <a:t>Initial Project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33B28-94B3-844E-8EBC-C19E507B4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6872" y="1612491"/>
            <a:ext cx="8285206" cy="472931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Date</a:t>
            </a:r>
            <a:r>
              <a:rPr lang="en-US" dirty="0"/>
              <a:t>: 08/10/2020</a:t>
            </a:r>
          </a:p>
          <a:p>
            <a:pPr marL="0" indent="0">
              <a:buNone/>
            </a:pPr>
            <a:r>
              <a:rPr lang="en-US" b="1" dirty="0"/>
              <a:t>Project</a:t>
            </a:r>
            <a:r>
              <a:rPr lang="en-US" dirty="0"/>
              <a:t>: University Bookstore System</a:t>
            </a:r>
          </a:p>
          <a:p>
            <a:pPr marL="0" indent="0">
              <a:buNone/>
            </a:pPr>
            <a:r>
              <a:rPr lang="en-US" b="1" dirty="0"/>
              <a:t>The</a:t>
            </a:r>
            <a:r>
              <a:rPr lang="en-US" dirty="0"/>
              <a:t> </a:t>
            </a:r>
            <a:r>
              <a:rPr lang="en-US" b="1" dirty="0"/>
              <a:t>Problem</a:t>
            </a:r>
            <a:r>
              <a:rPr lang="en-US" dirty="0"/>
              <a:t>: To process method of processing textbook order is slow and error-prone. Queries regarding orders are difficult or impossible to answer.</a:t>
            </a:r>
          </a:p>
          <a:p>
            <a:pPr marL="0" indent="0">
              <a:buNone/>
            </a:pPr>
            <a:r>
              <a:rPr lang="en-US" b="1" dirty="0"/>
              <a:t>Scope of the problem</a:t>
            </a:r>
            <a:r>
              <a:rPr lang="en-US" dirty="0"/>
              <a:t>: The solution should require no more than 12 months with a maximum  expenditure of £100000.</a:t>
            </a:r>
          </a:p>
          <a:p>
            <a:pPr marL="0" indent="0">
              <a:buNone/>
            </a:pPr>
            <a:r>
              <a:rPr lang="en-US" b="1" dirty="0"/>
              <a:t>Objectives</a:t>
            </a:r>
            <a:r>
              <a:rPr lang="en-US" dirty="0"/>
              <a:t>: To investigate  the potential for installing a new system to efficiently handle textbook orders for college courses. The new system must be able to respond quickly to inquires regarding orders and the status of textbook inventory.</a:t>
            </a:r>
          </a:p>
          <a:p>
            <a:pPr marL="0" indent="0">
              <a:buNone/>
            </a:pPr>
            <a:r>
              <a:rPr lang="en-US" b="1" dirty="0"/>
              <a:t>Scope of the Proposal</a:t>
            </a:r>
            <a:r>
              <a:rPr lang="en-US" dirty="0"/>
              <a:t>: Three weeks at ta total cost of £6000.</a:t>
            </a:r>
          </a:p>
          <a:p>
            <a:pPr marL="0" indent="0">
              <a:buNone/>
            </a:pPr>
            <a:r>
              <a:rPr lang="en-US" b="1" dirty="0"/>
              <a:t>Project Output</a:t>
            </a:r>
            <a:r>
              <a:rPr lang="en-US" dirty="0"/>
              <a:t>: The report of the feasibility study will include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Statement of the problems in the current textbook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Preliminary design of a computer-based information system, if deemed feasible, or specifications for and improved manual record-keeping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Estimated cost and time requirements to implement the 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Tentative schedule for system implementation</a:t>
            </a:r>
          </a:p>
          <a:p>
            <a:pPr marL="0" indent="0">
              <a:buNone/>
            </a:pPr>
            <a:r>
              <a:rPr lang="en-US" dirty="0"/>
              <a:t>The report will be delivered no later than five weeks after the signing of the contract.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0274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D90E9-B9AA-5143-8AC6-A8FABDEE9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Based Cost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C9CED-1F26-2644-AC23-FC40B42A4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Identify all the activities required to create the product. </a:t>
            </a:r>
          </a:p>
          <a:p>
            <a:r>
              <a:rPr lang="en-GB" dirty="0"/>
              <a:t>Divide the activities into cost pools, which includes all the individual costs related to an activity—such as manufacturing. Calculate the total overhead of each cost pool.</a:t>
            </a:r>
          </a:p>
          <a:p>
            <a:r>
              <a:rPr lang="en-GB" dirty="0"/>
              <a:t>Assign each cost pool activity cost drivers, such as hours or units. </a:t>
            </a:r>
          </a:p>
          <a:p>
            <a:r>
              <a:rPr lang="en-GB" dirty="0"/>
              <a:t>Calculate the cost driver rate by dividing the total overhead in each cost pool by the total cost drivers. </a:t>
            </a:r>
          </a:p>
          <a:p>
            <a:r>
              <a:rPr lang="en-GB" dirty="0"/>
              <a:t>Divide the total overhead of each cost pool by the total cost drivers to get the cost driver rate. </a:t>
            </a:r>
          </a:p>
          <a:p>
            <a:r>
              <a:rPr lang="en-GB" dirty="0"/>
              <a:t>Multiply the cost driver rate by the number of cost drivers.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367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90695-DA88-FD4B-801F-EB5B543B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24C48-AAD1-A143-88CE-A9FFDBEC9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Feasibility Study</a:t>
            </a:r>
          </a:p>
          <a:p>
            <a:r>
              <a:rPr lang="en-US" dirty="0">
                <a:hlinkClick r:id="rId2"/>
              </a:rPr>
              <a:t>https://www.projectmanager.com/training/how-to-conduct-a-feasibility-study</a:t>
            </a:r>
            <a:endParaRPr lang="en-US" dirty="0"/>
          </a:p>
          <a:p>
            <a:r>
              <a:rPr lang="en-US" dirty="0"/>
              <a:t>ABC</a:t>
            </a:r>
          </a:p>
          <a:p>
            <a:r>
              <a:rPr lang="en-US" dirty="0">
                <a:hlinkClick r:id="rId3"/>
              </a:rPr>
              <a:t>https://www.business-case-analysis.com/activity-based-costing.html</a:t>
            </a:r>
            <a:endParaRPr lang="en-US" dirty="0"/>
          </a:p>
          <a:p>
            <a:r>
              <a:rPr lang="en-US" dirty="0"/>
              <a:t>ROI</a:t>
            </a:r>
          </a:p>
          <a:p>
            <a:r>
              <a:rPr lang="en-US" dirty="0">
                <a:hlinkClick r:id="rId4"/>
              </a:rPr>
              <a:t>https://www.investopedia.com/articles/basics/10/guide-to-calculating-roi.asp</a:t>
            </a:r>
            <a:endParaRPr lang="en-US" dirty="0"/>
          </a:p>
          <a:p>
            <a:r>
              <a:rPr lang="en-US" dirty="0"/>
              <a:t>Present Value</a:t>
            </a:r>
          </a:p>
          <a:p>
            <a:r>
              <a:rPr lang="en-US" dirty="0">
                <a:hlinkClick r:id="rId5"/>
              </a:rPr>
              <a:t>https://www.investopedia.com/terms/p/presentvalue.asp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352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F5BA5-6096-416F-AFE5-6361695C6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7E338-9D4D-4EEE-AFC5-A545EB649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6600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3287133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2027A-DA0D-451B-AD1D-901ECBE5C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6A627-8DC6-4ED8-8158-4A25E03D3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Read through the links provided on page 32</a:t>
            </a:r>
          </a:p>
          <a:p>
            <a:r>
              <a:rPr lang="en-GB" dirty="0"/>
              <a:t>Any remaining time of the session can be used for </a:t>
            </a:r>
            <a:r>
              <a:rPr lang="en-GB"/>
              <a:t>your Assignment.</a:t>
            </a:r>
          </a:p>
        </p:txBody>
      </p:sp>
    </p:spTree>
    <p:extLst>
      <p:ext uri="{BB962C8B-B14F-4D97-AF65-F5344CB8AC3E}">
        <p14:creationId xmlns:p14="http://schemas.microsoft.com/office/powerpoint/2010/main" val="26813505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781B-D715-4DDE-AD8A-CC249A3F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548B8-F4E2-4505-BA9B-24B276FC4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Beattie, A. &amp; James, M (2022) </a:t>
            </a:r>
            <a:r>
              <a:rPr lang="en-GB" i="1" dirty="0"/>
              <a:t>A Guide to Calculating Return on Investment (ROI). </a:t>
            </a:r>
            <a:r>
              <a:rPr lang="en-GB" dirty="0"/>
              <a:t>[Online] Available from: </a:t>
            </a:r>
            <a:r>
              <a:rPr lang="en-GB" dirty="0">
                <a:hlinkClick r:id="rId2"/>
              </a:rPr>
              <a:t>https://www.investopedia.com/articles/basics/10/guide-to-calculating-roi.asp</a:t>
            </a:r>
            <a:r>
              <a:rPr lang="en-GB" dirty="0"/>
              <a:t> [Accessed 3 February 2022]</a:t>
            </a:r>
          </a:p>
          <a:p>
            <a:r>
              <a:rPr lang="en-GB" dirty="0"/>
              <a:t>Fernando, J., James, M., Courage, A. (2022) </a:t>
            </a:r>
            <a:r>
              <a:rPr lang="en-GB" i="1" dirty="0"/>
              <a:t>Present Value (PV). </a:t>
            </a:r>
            <a:r>
              <a:rPr lang="en-GB" dirty="0"/>
              <a:t>[Online] Available from: </a:t>
            </a:r>
            <a:r>
              <a:rPr lang="en-GB" dirty="0">
                <a:hlinkClick r:id="rId3"/>
              </a:rPr>
              <a:t>https://www.investopedia.com/terms/p/presentvalue.asp</a:t>
            </a:r>
            <a:r>
              <a:rPr lang="en-GB" dirty="0"/>
              <a:t> [Accessed 3 February 2022]</a:t>
            </a:r>
          </a:p>
        </p:txBody>
      </p:sp>
    </p:spTree>
    <p:extLst>
      <p:ext uri="{BB962C8B-B14F-4D97-AF65-F5344CB8AC3E}">
        <p14:creationId xmlns:p14="http://schemas.microsoft.com/office/powerpoint/2010/main" val="248642469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169</TotalTime>
  <Words>2620</Words>
  <Application>Microsoft Office PowerPoint</Application>
  <PresentationFormat>Widescreen</PresentationFormat>
  <Paragraphs>359</Paragraphs>
  <Slides>34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Century Gothic</vt:lpstr>
      <vt:lpstr>Helvetica</vt:lpstr>
      <vt:lpstr>Monotype Sorts</vt:lpstr>
      <vt:lpstr>Times</vt:lpstr>
      <vt:lpstr>Wingdings 3</vt:lpstr>
      <vt:lpstr>Wisp</vt:lpstr>
      <vt:lpstr>Feasibility Analysis &amp; Report</vt:lpstr>
      <vt:lpstr>Overview</vt:lpstr>
      <vt:lpstr>Project Identity + Selection = Feasibility Study</vt:lpstr>
      <vt:lpstr> Feasibility Study</vt:lpstr>
      <vt:lpstr>Why a feasibility study?</vt:lpstr>
      <vt:lpstr>Content of a feasibility study</vt:lpstr>
      <vt:lpstr>Exploring Feasibility</vt:lpstr>
      <vt:lpstr>PowerPoint Presentation</vt:lpstr>
      <vt:lpstr>Feasibility</vt:lpstr>
      <vt:lpstr>Technical Feasibility</vt:lpstr>
      <vt:lpstr>Technical Feasibility Questions</vt:lpstr>
      <vt:lpstr>Economic Feasibility</vt:lpstr>
      <vt:lpstr>Economic feasibility Questions</vt:lpstr>
      <vt:lpstr>PowerPoint Presentation</vt:lpstr>
      <vt:lpstr>Schedule Feasibility</vt:lpstr>
      <vt:lpstr>Schedule Feasibility Questions</vt:lpstr>
      <vt:lpstr>Operational feasibility</vt:lpstr>
      <vt:lpstr>Operational Feasibility Questions</vt:lpstr>
      <vt:lpstr>Operational Feasibility – Read yourself</vt:lpstr>
      <vt:lpstr>Documentation</vt:lpstr>
      <vt:lpstr>Project Trade-off Matrix</vt:lpstr>
      <vt:lpstr> Benefits  Costs</vt:lpstr>
      <vt:lpstr>Analyzing Costs vs. Benefits</vt:lpstr>
      <vt:lpstr>Calculating Present Value (PV)</vt:lpstr>
      <vt:lpstr>Net Present Value</vt:lpstr>
      <vt:lpstr>Return on Investment (ROI) analysis</vt:lpstr>
      <vt:lpstr>Feasibility Study Contents</vt:lpstr>
      <vt:lpstr>Comparing Alternatives</vt:lpstr>
      <vt:lpstr>Initial Project Definition</vt:lpstr>
      <vt:lpstr>Activity Based Cost Analysis</vt:lpstr>
      <vt:lpstr>Useful links</vt:lpstr>
      <vt:lpstr>Questions</vt:lpstr>
      <vt:lpstr>Tasks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Feasibility Analysis &amp; Report</dc:title>
  <dc:creator>Martin, Helen</dc:creator>
  <cp:lastModifiedBy>Martin, Helen</cp:lastModifiedBy>
  <cp:revision>10</cp:revision>
  <dcterms:created xsi:type="dcterms:W3CDTF">2022-02-03T11:01:10Z</dcterms:created>
  <dcterms:modified xsi:type="dcterms:W3CDTF">2022-02-04T11:33:58Z</dcterms:modified>
</cp:coreProperties>
</file>