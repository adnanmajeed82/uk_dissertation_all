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7" autoAdjust="0"/>
    <p:restoredTop sz="86369" autoAdjust="0"/>
  </p:normalViewPr>
  <p:slideViewPr>
    <p:cSldViewPr snapToGrid="0" snapToObjects="1">
      <p:cViewPr varScale="1">
        <p:scale>
          <a:sx n="94" d="100"/>
          <a:sy n="94" d="100"/>
        </p:scale>
        <p:origin x="108" y="210"/>
      </p:cViewPr>
      <p:guideLst/>
    </p:cSldViewPr>
  </p:slideViewPr>
  <p:outlineViewPr>
    <p:cViewPr>
      <p:scale>
        <a:sx n="33" d="100"/>
        <a:sy n="33" d="100"/>
      </p:scale>
      <p:origin x="0" y="-250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92865-3F62-4CAB-84E2-7944A3D1D781}" type="datetimeFigureOut">
              <a:rPr lang="en-US" smtClean="0"/>
              <a:t>10/19/2018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8E572-1E07-4CD6-AEBC-C0B9B5118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5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3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8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54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68378" y="1825625"/>
            <a:ext cx="476899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5392" y="1825625"/>
            <a:ext cx="478840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5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388" y="365125"/>
            <a:ext cx="9683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2388" y="1690688"/>
            <a:ext cx="47538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1036" y="2505075"/>
            <a:ext cx="4745163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5900" y="1681163"/>
            <a:ext cx="47894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5900" y="2505075"/>
            <a:ext cx="47894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87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50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2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1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6900" y="987425"/>
            <a:ext cx="567848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71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2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7400" y="987425"/>
            <a:ext cx="548798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8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415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5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2388" y="365125"/>
            <a:ext cx="6900112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68378" y="365125"/>
            <a:ext cx="96854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8378" y="1825625"/>
            <a:ext cx="96854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238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6A7B-546F-5F4D-A1F1-0A713E88579D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1046" y="6356350"/>
            <a:ext cx="30840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6"/>
          <a:stretch/>
        </p:blipFill>
        <p:spPr>
          <a:xfrm>
            <a:off x="0" y="0"/>
            <a:ext cx="1363579" cy="68580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363579" y="0"/>
            <a:ext cx="0" cy="6858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397107" y="-3048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8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4E12-79FF-4DDA-BBB7-02EC68446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Access Control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6E95E-AE18-48CB-8527-1F10E3313F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GB" dirty="0"/>
              <a:t>See Red</a:t>
            </a:r>
            <a:r>
              <a:rPr lang="en-GB" baseline="0" dirty="0"/>
              <a:t> Hat Chapter 6</a:t>
            </a:r>
          </a:p>
        </p:txBody>
      </p:sp>
    </p:spTree>
    <p:extLst>
      <p:ext uri="{BB962C8B-B14F-4D97-AF65-F5344CB8AC3E}">
        <p14:creationId xmlns:p14="http://schemas.microsoft.com/office/powerpoint/2010/main" val="126240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4B16-92BA-49A2-A3C9-FC12F5F6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Remember </a:t>
            </a:r>
            <a:r>
              <a:rPr lang="en-GB" dirty="0" err="1"/>
              <a:t>chmod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FCCB-0E78-491D-A3CE-0C03A5449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 Unix file permission has three kinds of users</a:t>
            </a:r>
          </a:p>
          <a:p>
            <a:pPr lvl="1"/>
            <a:r>
              <a:rPr lang="en-GB" dirty="0"/>
              <a:t>Owner</a:t>
            </a:r>
          </a:p>
          <a:p>
            <a:pPr lvl="1"/>
            <a:r>
              <a:rPr lang="en-GB" dirty="0"/>
              <a:t>Group</a:t>
            </a:r>
          </a:p>
          <a:p>
            <a:pPr lvl="1"/>
            <a:r>
              <a:rPr lang="en-GB" dirty="0"/>
              <a:t>Everybody else</a:t>
            </a:r>
          </a:p>
          <a:p>
            <a:r>
              <a:rPr lang="en-GB" dirty="0"/>
              <a:t>It has three permissions</a:t>
            </a:r>
          </a:p>
          <a:p>
            <a:pPr lvl="1"/>
            <a:r>
              <a:rPr lang="en-GB" dirty="0"/>
              <a:t>Read (r)</a:t>
            </a:r>
          </a:p>
          <a:p>
            <a:pPr lvl="1"/>
            <a:r>
              <a:rPr lang="en-GB" dirty="0"/>
              <a:t>Write (w)</a:t>
            </a:r>
          </a:p>
          <a:p>
            <a:pPr lvl="1"/>
            <a:r>
              <a:rPr lang="en-GB" dirty="0"/>
              <a:t>Execute (x)</a:t>
            </a:r>
          </a:p>
          <a:p>
            <a:r>
              <a:rPr lang="en-GB" dirty="0"/>
              <a:t>The </a:t>
            </a:r>
            <a:r>
              <a:rPr lang="en-GB" dirty="0" err="1"/>
              <a:t>umask</a:t>
            </a:r>
            <a:r>
              <a:rPr lang="en-GB" dirty="0"/>
              <a:t> command can set the default mask applied to new files</a:t>
            </a:r>
          </a:p>
        </p:txBody>
      </p:sp>
    </p:spTree>
    <p:extLst>
      <p:ext uri="{BB962C8B-B14F-4D97-AF65-F5344CB8AC3E}">
        <p14:creationId xmlns:p14="http://schemas.microsoft.com/office/powerpoint/2010/main" val="115536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E331-7D53-49B5-850D-C261E054C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C64E3-8456-40E7-8DB3-C39BBBA76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Owner, group, world is a little blunt</a:t>
            </a:r>
          </a:p>
          <a:p>
            <a:r>
              <a:rPr lang="en-GB" dirty="0"/>
              <a:t>There are plenty of situations where it doesn't work well</a:t>
            </a:r>
          </a:p>
          <a:p>
            <a:r>
              <a:rPr lang="en-GB" dirty="0"/>
              <a:t>At </a:t>
            </a:r>
            <a:r>
              <a:rPr lang="en-GB" dirty="0" err="1"/>
              <a:t>uni</a:t>
            </a:r>
            <a:r>
              <a:rPr lang="en-GB" dirty="0"/>
              <a:t> users are, staff, student, management, sys admin</a:t>
            </a:r>
          </a:p>
          <a:p>
            <a:r>
              <a:rPr lang="en-GB" dirty="0"/>
              <a:t>How can I</a:t>
            </a:r>
          </a:p>
          <a:p>
            <a:pPr lvl="1"/>
            <a:r>
              <a:rPr lang="en-GB" dirty="0"/>
              <a:t>Allow staff and students to have access?</a:t>
            </a:r>
          </a:p>
          <a:p>
            <a:pPr lvl="1"/>
            <a:r>
              <a:rPr lang="en-GB" dirty="0"/>
              <a:t>Allow only selected students?</a:t>
            </a:r>
          </a:p>
          <a:p>
            <a:pPr lvl="1"/>
            <a:r>
              <a:rPr lang="en-GB" dirty="0"/>
              <a:t>Have a directory where new files are readable and another where new files are not?</a:t>
            </a:r>
          </a:p>
          <a:p>
            <a:pPr lvl="0"/>
            <a:r>
              <a:rPr lang="en-GB" dirty="0"/>
              <a:t>Access Control Lists are an additional feature to apply extended permissions to some files where needed</a:t>
            </a:r>
          </a:p>
        </p:txBody>
      </p:sp>
    </p:spTree>
    <p:extLst>
      <p:ext uri="{BB962C8B-B14F-4D97-AF65-F5344CB8AC3E}">
        <p14:creationId xmlns:p14="http://schemas.microsoft.com/office/powerpoint/2010/main" val="188984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E673-83DE-4CC7-8EAE-785384FF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ACLs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BCE0B-CEAC-495F-B328-5F97ADC12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see that a file</a:t>
            </a:r>
            <a:r>
              <a:rPr lang="en-GB" baseline="0" dirty="0"/>
              <a:t> is using ACLs by a + on the end of the permission string</a:t>
            </a:r>
          </a:p>
          <a:p>
            <a:pPr marL="0" indent="0">
              <a:buNone/>
            </a:pPr>
            <a:r>
              <a:rPr lang="en-GB" sz="200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200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rwxrw</a:t>
            </a:r>
            <a:r>
              <a:rPr lang="en-GB" sz="200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-r--+ 1 student students 130 Sep 23 13:32 filename.txt</a:t>
            </a:r>
          </a:p>
          <a:p>
            <a:r>
              <a:rPr lang="en-GB" dirty="0"/>
              <a:t>Can view permissions using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getfacl</a:t>
            </a:r>
            <a:r>
              <a:rPr lang="en-GB" dirty="0"/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3998181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48CB-FC0C-4EFD-BD61-73856673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83875-09A2-4783-A82D-172D2520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student@localhost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~]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getfacl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file.txt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file: file.txt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owner: student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group: students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user::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user:james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user:1005:rwx    #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effective:rw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group::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#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effective:rw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group:staff:r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group:2120:rwx   #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effective:rw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mask::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other::---</a:t>
            </a:r>
          </a:p>
        </p:txBody>
      </p:sp>
    </p:spTree>
    <p:extLst>
      <p:ext uri="{BB962C8B-B14F-4D97-AF65-F5344CB8AC3E}">
        <p14:creationId xmlns:p14="http://schemas.microsoft.com/office/powerpoint/2010/main" val="3035471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1D7EF-632E-4F0E-B23E-16B552CA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415E0-6C61-48DD-9D13-AE5044EB8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mask entry in the file is important.</a:t>
            </a:r>
          </a:p>
          <a:p>
            <a:r>
              <a:rPr lang="en-GB" dirty="0"/>
              <a:t>mask sets the maximum allowed permission</a:t>
            </a:r>
          </a:p>
          <a:p>
            <a:r>
              <a:rPr lang="en-GB" dirty="0"/>
              <a:t>Even through some users are shown with higher permissions, the mask setting overrides this</a:t>
            </a:r>
          </a:p>
          <a:p>
            <a:r>
              <a:rPr lang="en-GB" dirty="0"/>
              <a:t>mask restricts settings for names users and groups but not the original owner and group</a:t>
            </a:r>
          </a:p>
          <a:p>
            <a:r>
              <a:rPr lang="en-GB" dirty="0"/>
              <a:t>Can use the output of </a:t>
            </a:r>
            <a:r>
              <a:rPr lang="en-GB" dirty="0" err="1"/>
              <a:t>getfacl</a:t>
            </a:r>
            <a:r>
              <a:rPr lang="en-GB" dirty="0"/>
              <a:t> as a file and then use (or modify) when setting the </a:t>
            </a:r>
            <a:r>
              <a:rPr lang="en-GB" dirty="0" err="1"/>
              <a:t>acl</a:t>
            </a:r>
            <a:r>
              <a:rPr lang="en-GB" dirty="0"/>
              <a:t> on another file</a:t>
            </a:r>
          </a:p>
          <a:p>
            <a:pPr lvl="1"/>
            <a:r>
              <a:rPr lang="en-GB" dirty="0" err="1"/>
              <a:t>setfacl</a:t>
            </a:r>
            <a:r>
              <a:rPr lang="en-GB" dirty="0"/>
              <a:t> --set-file=</a:t>
            </a:r>
            <a:r>
              <a:rPr lang="en-GB" i="1" dirty="0"/>
              <a:t>permissions-file</a:t>
            </a:r>
          </a:p>
        </p:txBody>
      </p:sp>
    </p:spTree>
    <p:extLst>
      <p:ext uri="{BB962C8B-B14F-4D97-AF65-F5344CB8AC3E}">
        <p14:creationId xmlns:p14="http://schemas.microsoft.com/office/powerpoint/2010/main" val="2708510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144E-83D0-4531-8570-760EC243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Setting ACLs</a:t>
            </a:r>
            <a:r>
              <a:rPr lang="en-GB" baseline="0" dirty="0" smtClean="0"/>
              <a:t> using </a:t>
            </a:r>
            <a:r>
              <a:rPr lang="en-GB" baseline="0" dirty="0" err="1" smtClean="0"/>
              <a:t>setfacl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0AEE-8A95-4515-9A9E-1C4AC7484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Can add a specific additional rule</a:t>
            </a:r>
          </a:p>
          <a:p>
            <a:pPr marL="0" indent="0">
              <a:buNone/>
            </a:pPr>
            <a:r>
              <a:rPr lang="en-GB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setfacl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-m u:</a:t>
            </a:r>
            <a:r>
              <a:rPr lang="en-GB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:rX </a:t>
            </a:r>
            <a:r>
              <a:rPr lang="en-GB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</a:p>
          <a:p>
            <a:r>
              <a:rPr lang="en-GB" dirty="0" smtClean="0"/>
              <a:t>Sets read permission for named user, if filename is a directory also give directory search</a:t>
            </a:r>
          </a:p>
          <a:p>
            <a:pPr marL="0" indent="0">
              <a:buNone/>
            </a:pPr>
            <a:r>
              <a:rPr lang="en-GB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setfacl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-m g:admin:rw </a:t>
            </a:r>
            <a:r>
              <a:rPr lang="en-GB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</a:p>
          <a:p>
            <a:r>
              <a:rPr lang="en-GB" dirty="0" smtClean="0"/>
              <a:t>Sets read and write permission for members of the admin group</a:t>
            </a:r>
          </a:p>
          <a:p>
            <a:r>
              <a:rPr lang="en-GB" dirty="0" smtClean="0"/>
              <a:t>Can set multiple permissions separated by commas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setfacl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-m 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u:</a:t>
            </a:r>
            <a:r>
              <a:rPr lang="en-GB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:rX,g:admin:rw </a:t>
            </a:r>
            <a:r>
              <a:rPr lang="en-GB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</a:p>
        </p:txBody>
      </p:sp>
    </p:spTree>
    <p:extLst>
      <p:ext uri="{BB962C8B-B14F-4D97-AF65-F5344CB8AC3E}">
        <p14:creationId xmlns:p14="http://schemas.microsoft.com/office/powerpoint/2010/main" val="23031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setfact</a:t>
            </a:r>
            <a:r>
              <a:rPr lang="en-GB" baseline="0" dirty="0" smtClean="0"/>
              <a:t>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/>
            <a:r>
              <a:rPr lang="en-GB" dirty="0" smtClean="0"/>
              <a:t>Can recursively add permissions to directory and all its contents</a:t>
            </a:r>
          </a:p>
          <a:p>
            <a:pPr marL="0" indent="0">
              <a:buNone/>
            </a:pPr>
            <a:r>
              <a:rPr lang="en-GB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setfacl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-R -m u:name:rX directory</a:t>
            </a:r>
          </a:p>
          <a:p>
            <a:pPr marL="228600" indent="-228600"/>
            <a:r>
              <a:rPr lang="en-GB" dirty="0" smtClean="0"/>
              <a:t>Can delete a previously added permission</a:t>
            </a:r>
          </a:p>
          <a:p>
            <a:pPr marL="0" indent="0">
              <a:buNone/>
            </a:pPr>
            <a:r>
              <a:rPr lang="en-GB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setfacl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-x u:name,g:group filename</a:t>
            </a:r>
          </a:p>
          <a:p>
            <a:pPr marL="228600" indent="-228600"/>
            <a:r>
              <a:rPr lang="en-GB" dirty="0" smtClean="0"/>
              <a:t>Add a mask using</a:t>
            </a:r>
          </a:p>
          <a:p>
            <a:pPr marL="0" indent="0">
              <a:buNone/>
            </a:pPr>
            <a:r>
              <a:rPr lang="en-GB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setfacl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-m m::rw filename</a:t>
            </a:r>
          </a:p>
        </p:txBody>
      </p:sp>
    </p:spTree>
    <p:extLst>
      <p:ext uri="{BB962C8B-B14F-4D97-AF65-F5344CB8AC3E}">
        <p14:creationId xmlns:p14="http://schemas.microsoft.com/office/powerpoint/2010/main" val="157531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Default</a:t>
            </a:r>
            <a:r>
              <a:rPr lang="en-GB" baseline="0" dirty="0" smtClean="0"/>
              <a:t> ACLs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directory can have a default</a:t>
            </a:r>
            <a:r>
              <a:rPr lang="en-GB" baseline="0" dirty="0" smtClean="0"/>
              <a:t> ACL which is applied automatically to any new file or directory created within</a:t>
            </a:r>
          </a:p>
          <a:p>
            <a:r>
              <a:rPr lang="en-GB" dirty="0" smtClean="0"/>
              <a:t>Defaults are applied in the same way as before but with a d: prefix</a:t>
            </a:r>
          </a:p>
          <a:p>
            <a:pPr marL="0" indent="0">
              <a:buNone/>
            </a:pPr>
            <a:r>
              <a:rPr lang="en-GB" baseline="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setfacl</a:t>
            </a:r>
            <a:r>
              <a:rPr lang="en-GB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-m d:u:fred:rX </a:t>
            </a:r>
            <a:r>
              <a:rPr lang="en-GB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directory</a:t>
            </a:r>
          </a:p>
          <a:p>
            <a:endParaRPr lang="en-GB" baseline="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677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ns.potx" id="{0030F7EF-DC36-4235-B842-4CCFAAF83E20}" vid="{F931EE61-B188-4486-BCC9-62AFAA0F41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cns</Template>
  <TotalTime>195</TotalTime>
  <Words>425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Access Control Lists</vt:lpstr>
      <vt:lpstr>Remember chmod</vt:lpstr>
      <vt:lpstr>Problems</vt:lpstr>
      <vt:lpstr>Using ACLs</vt:lpstr>
      <vt:lpstr>Example</vt:lpstr>
      <vt:lpstr>Mask</vt:lpstr>
      <vt:lpstr>Setting ACLs using setfacl</vt:lpstr>
      <vt:lpstr>setfact continued…</vt:lpstr>
      <vt:lpstr>Default ACLs</vt:lpstr>
    </vt:vector>
  </TitlesOfParts>
  <Company>University of Bolton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Isherwood</dc:creator>
  <cp:lastModifiedBy>Isherwood, Adam</cp:lastModifiedBy>
  <cp:revision>11</cp:revision>
  <dcterms:created xsi:type="dcterms:W3CDTF">2018-10-18T15:14:21Z</dcterms:created>
  <dcterms:modified xsi:type="dcterms:W3CDTF">2018-10-19T14:21:40Z</dcterms:modified>
</cp:coreProperties>
</file>